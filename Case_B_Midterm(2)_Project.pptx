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17"/>
  </p:notesMasterIdLst>
  <p:handoutMasterIdLst>
    <p:handoutMasterId r:id="rId18"/>
  </p:handoutMasterIdLst>
  <p:sldIdLst>
    <p:sldId id="297" r:id="rId5"/>
    <p:sldId id="298" r:id="rId6"/>
    <p:sldId id="296" r:id="rId7"/>
    <p:sldId id="299" r:id="rId8"/>
    <p:sldId id="300" r:id="rId9"/>
    <p:sldId id="301" r:id="rId10"/>
    <p:sldId id="303" r:id="rId11"/>
    <p:sldId id="304" r:id="rId12"/>
    <p:sldId id="306" r:id="rId13"/>
    <p:sldId id="285" r:id="rId14"/>
    <p:sldId id="307" r:id="rId15"/>
    <p:sldId id="30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22C"/>
    <a:srgbClr val="007984"/>
    <a:srgbClr val="F5A12B"/>
    <a:srgbClr val="F5A028"/>
    <a:srgbClr val="F7AF4C"/>
    <a:srgbClr val="F8BD6B"/>
    <a:srgbClr val="F6A73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78" d="100"/>
          <a:sy n="78" d="100"/>
        </p:scale>
        <p:origin x="850" y="62"/>
      </p:cViewPr>
      <p:guideLst/>
    </p:cSldViewPr>
  </p:slideViewPr>
  <p:notesTextViewPr>
    <p:cViewPr>
      <p:scale>
        <a:sx n="1" d="1"/>
        <a:sy n="1" d="1"/>
      </p:scale>
      <p:origin x="0" y="0"/>
    </p:cViewPr>
  </p:notesTextViewPr>
  <p:notesViewPr>
    <p:cSldViewPr snapToGrid="0" showGuide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1">
  <dgm:title val=""/>
  <dgm:desc val=""/>
  <dgm:catLst>
    <dgm:cat type="accent4" pri="11100"/>
  </dgm:catLst>
  <dgm:styleLbl name="node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4">
        <a:shade val="80000"/>
      </a:schemeClr>
    </dgm:linClrLst>
    <dgm:effectClrLst/>
    <dgm:txLinClrLst/>
    <dgm:txFillClrLst/>
    <dgm:txEffectClrLst/>
  </dgm:styleLbl>
  <dgm:styleLbl name="node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f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align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b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dgm:txEffectClrLst/>
  </dgm:styleLbl>
  <dgm:styleLbl name="parChTrans2D2">
    <dgm:fillClrLst meth="repeat">
      <a:schemeClr val="accent4"/>
    </dgm:fillClrLst>
    <dgm:linClrLst meth="repeat">
      <a:schemeClr val="accent4"/>
    </dgm:linClrLst>
    <dgm:effectClrLst/>
    <dgm:txLinClrLst/>
    <dgm:txFillClrLst/>
    <dgm:txEffectClrLst/>
  </dgm:styleLbl>
  <dgm:styleLbl name="parChTrans2D3">
    <dgm:fillClrLst meth="repeat">
      <a:schemeClr val="accent4"/>
    </dgm:fillClrLst>
    <dgm:linClrLst meth="repeat">
      <a:schemeClr val="accent4"/>
    </dgm:linClrLst>
    <dgm:effectClrLst/>
    <dgm:txLinClrLst/>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con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align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trAlignAcc1">
    <dgm:fillClrLst meth="repeat">
      <a:schemeClr val="accent4">
        <a:alpha val="40000"/>
        <a:tint val="40000"/>
      </a:schemeClr>
    </dgm:fillClrLst>
    <dgm:linClrLst meth="repeat">
      <a:schemeClr val="accent4"/>
    </dgm:linClrLst>
    <dgm:effectClrLst/>
    <dgm:txLinClrLst/>
    <dgm:txFillClrLst meth="repeat">
      <a:schemeClr val="dk1"/>
    </dgm:txFillClrLst>
    <dgm:txEffectClrLst/>
  </dgm:styleLbl>
  <dgm:styleLbl name="b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fgAcc0">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2">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3">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4">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1B25312-CDAF-45B5-97D8-86C58EA05D01}" type="doc">
      <dgm:prSet loTypeId="urn:microsoft.com/office/officeart/2018/5/layout/IconCircleLabelList" loCatId="icon" qsTypeId="urn:microsoft.com/office/officeart/2005/8/quickstyle/simple1" qsCatId="simple" csTypeId="urn:microsoft.com/office/officeart/2018/5/colors/Iconchunking_neutralbg_colorful5" csCatId="colorful" phldr="1"/>
      <dgm:spPr/>
      <dgm:t>
        <a:bodyPr/>
        <a:lstStyle/>
        <a:p>
          <a:endParaRPr lang="en-US"/>
        </a:p>
      </dgm:t>
    </dgm:pt>
    <dgm:pt modelId="{35861265-E07B-48DF-B56F-F26D6DB7D842}">
      <dgm:prSet custT="1"/>
      <dgm:spPr/>
      <dgm:t>
        <a:bodyPr/>
        <a:lstStyle/>
        <a:p>
          <a:pPr>
            <a:defRPr cap="all"/>
          </a:pPr>
          <a:r>
            <a:rPr lang="en-US" sz="1400" b="1">
              <a:solidFill>
                <a:schemeClr val="bg1"/>
              </a:solidFill>
            </a:rPr>
            <a:t>Analyze the digital forensic evidence provided and determine: </a:t>
          </a:r>
        </a:p>
      </dgm:t>
    </dgm:pt>
    <dgm:pt modelId="{6229247F-E98F-416B-91F2-CFAC16DD0EA6}" type="parTrans" cxnId="{3AEECBEC-07BE-46D8-A553-DC4B54F7C408}">
      <dgm:prSet/>
      <dgm:spPr/>
      <dgm:t>
        <a:bodyPr/>
        <a:lstStyle/>
        <a:p>
          <a:endParaRPr lang="en-US"/>
        </a:p>
      </dgm:t>
    </dgm:pt>
    <dgm:pt modelId="{BD9F3DBF-2E6A-4AF8-9FC0-46E21301484F}" type="sibTrans" cxnId="{3AEECBEC-07BE-46D8-A553-DC4B54F7C408}">
      <dgm:prSet/>
      <dgm:spPr/>
      <dgm:t>
        <a:bodyPr/>
        <a:lstStyle/>
        <a:p>
          <a:endParaRPr lang="en-US"/>
        </a:p>
      </dgm:t>
    </dgm:pt>
    <dgm:pt modelId="{DE257280-1DB3-437E-AD1E-EF2202365814}">
      <dgm:prSet custT="1"/>
      <dgm:spPr/>
      <dgm:t>
        <a:bodyPr/>
        <a:lstStyle/>
        <a:p>
          <a:pPr>
            <a:defRPr cap="all"/>
          </a:pPr>
          <a:r>
            <a:rPr lang="en-US" sz="1400" b="1">
              <a:solidFill>
                <a:schemeClr val="bg1"/>
              </a:solidFill>
            </a:rPr>
            <a:t>The nature of Kenway’s involvement in artifact smuggling </a:t>
          </a:r>
        </a:p>
      </dgm:t>
    </dgm:pt>
    <dgm:pt modelId="{9095D78A-E4BB-4B2D-B0EB-5CEE784CF0BB}" type="parTrans" cxnId="{EFE9919F-1D9F-43E2-AC66-29A4F9ECEC9B}">
      <dgm:prSet/>
      <dgm:spPr/>
      <dgm:t>
        <a:bodyPr/>
        <a:lstStyle/>
        <a:p>
          <a:endParaRPr lang="en-US"/>
        </a:p>
      </dgm:t>
    </dgm:pt>
    <dgm:pt modelId="{1BFD4F58-27A6-4B0D-A4F5-8CDE98344CAA}" type="sibTrans" cxnId="{EFE9919F-1D9F-43E2-AC66-29A4F9ECEC9B}">
      <dgm:prSet/>
      <dgm:spPr/>
      <dgm:t>
        <a:bodyPr/>
        <a:lstStyle/>
        <a:p>
          <a:endParaRPr lang="en-US"/>
        </a:p>
      </dgm:t>
    </dgm:pt>
    <dgm:pt modelId="{D50A3C8D-FBD1-44E4-AA67-B5BF67CC6B37}">
      <dgm:prSet custT="1"/>
      <dgm:spPr/>
      <dgm:t>
        <a:bodyPr/>
        <a:lstStyle/>
        <a:p>
          <a:pPr>
            <a:defRPr cap="all"/>
          </a:pPr>
          <a:r>
            <a:rPr lang="en-US" sz="1400" b="1">
              <a:solidFill>
                <a:schemeClr val="bg1"/>
              </a:solidFill>
            </a:rPr>
            <a:t>Key financial transactions that link Kenway Exports LLC to the cartel </a:t>
          </a:r>
        </a:p>
      </dgm:t>
    </dgm:pt>
    <dgm:pt modelId="{D054BBCE-32E6-4792-965B-89B1E79DB8A3}" type="parTrans" cxnId="{951BA64F-23CC-4451-80B7-6B8792631DBC}">
      <dgm:prSet/>
      <dgm:spPr/>
      <dgm:t>
        <a:bodyPr/>
        <a:lstStyle/>
        <a:p>
          <a:endParaRPr lang="en-US"/>
        </a:p>
      </dgm:t>
    </dgm:pt>
    <dgm:pt modelId="{A1755D1B-89F0-49A0-85D3-6B5FED07444F}" type="sibTrans" cxnId="{951BA64F-23CC-4451-80B7-6B8792631DBC}">
      <dgm:prSet/>
      <dgm:spPr/>
      <dgm:t>
        <a:bodyPr/>
        <a:lstStyle/>
        <a:p>
          <a:endParaRPr lang="en-US"/>
        </a:p>
      </dgm:t>
    </dgm:pt>
    <dgm:pt modelId="{1B9A5E75-D1E4-43F2-B84E-4EDD490BDDE9}">
      <dgm:prSet custT="1"/>
      <dgm:spPr/>
      <dgm:t>
        <a:bodyPr/>
        <a:lstStyle/>
        <a:p>
          <a:pPr>
            <a:defRPr cap="all"/>
          </a:pPr>
          <a:r>
            <a:rPr lang="en-US" sz="1400" b="1">
              <a:solidFill>
                <a:schemeClr val="bg1"/>
              </a:solidFill>
            </a:rPr>
            <a:t>The significance of the deleted files and their potential impact on the case </a:t>
          </a:r>
        </a:p>
      </dgm:t>
    </dgm:pt>
    <dgm:pt modelId="{66CD6096-C164-4E5D-B8F0-0C585506C6A6}" type="parTrans" cxnId="{B7FFA811-B804-4272-8AF5-9B98D633DE63}">
      <dgm:prSet/>
      <dgm:spPr/>
      <dgm:t>
        <a:bodyPr/>
        <a:lstStyle/>
        <a:p>
          <a:endParaRPr lang="en-US"/>
        </a:p>
      </dgm:t>
    </dgm:pt>
    <dgm:pt modelId="{28E830AD-584E-4463-9279-68B47B41B578}" type="sibTrans" cxnId="{B7FFA811-B804-4272-8AF5-9B98D633DE63}">
      <dgm:prSet/>
      <dgm:spPr/>
      <dgm:t>
        <a:bodyPr/>
        <a:lstStyle/>
        <a:p>
          <a:endParaRPr lang="en-US"/>
        </a:p>
      </dgm:t>
    </dgm:pt>
    <dgm:pt modelId="{00B3B948-0AC1-4035-A774-1C54FD7FDF03}">
      <dgm:prSet custT="1"/>
      <dgm:spPr/>
      <dgm:t>
        <a:bodyPr/>
        <a:lstStyle/>
        <a:p>
          <a:pPr>
            <a:defRPr cap="all"/>
          </a:pPr>
          <a:r>
            <a:rPr lang="en-US" sz="1400" b="1">
              <a:solidFill>
                <a:schemeClr val="bg1"/>
              </a:solidFill>
            </a:rPr>
            <a:t>Any additional individuals or organizations implicated </a:t>
          </a:r>
        </a:p>
      </dgm:t>
    </dgm:pt>
    <dgm:pt modelId="{325C2A19-A465-4174-953C-036F5C501C6E}" type="parTrans" cxnId="{F84B5092-FE92-4FC9-80EC-8633280AEF3C}">
      <dgm:prSet/>
      <dgm:spPr/>
      <dgm:t>
        <a:bodyPr/>
        <a:lstStyle/>
        <a:p>
          <a:endParaRPr lang="en-US"/>
        </a:p>
      </dgm:t>
    </dgm:pt>
    <dgm:pt modelId="{BADC0BF6-1E94-4E7D-98DB-E73C7AC43FEB}" type="sibTrans" cxnId="{F84B5092-FE92-4FC9-80EC-8633280AEF3C}">
      <dgm:prSet/>
      <dgm:spPr/>
      <dgm:t>
        <a:bodyPr/>
        <a:lstStyle/>
        <a:p>
          <a:endParaRPr lang="en-US"/>
        </a:p>
      </dgm:t>
    </dgm:pt>
    <dgm:pt modelId="{933BA642-7AE4-49B5-895C-EB3C30781981}" type="pres">
      <dgm:prSet presAssocID="{F1B25312-CDAF-45B5-97D8-86C58EA05D01}" presName="root" presStyleCnt="0">
        <dgm:presLayoutVars>
          <dgm:dir/>
          <dgm:resizeHandles val="exact"/>
        </dgm:presLayoutVars>
      </dgm:prSet>
      <dgm:spPr/>
    </dgm:pt>
    <dgm:pt modelId="{AB95F84B-FFB6-46E8-B46A-6F080FE0844E}" type="pres">
      <dgm:prSet presAssocID="{35861265-E07B-48DF-B56F-F26D6DB7D842}" presName="compNode" presStyleCnt="0"/>
      <dgm:spPr/>
    </dgm:pt>
    <dgm:pt modelId="{8138453C-AFF1-4DF7-88FD-2F19282BAA67}" type="pres">
      <dgm:prSet presAssocID="{35861265-E07B-48DF-B56F-F26D6DB7D842}" presName="iconBgRect" presStyleLbl="bgShp" presStyleIdx="0" presStyleCnt="5"/>
      <dgm:spPr/>
    </dgm:pt>
    <dgm:pt modelId="{7B8E6DB6-5DC8-4135-A896-E4DE375D1D75}" type="pres">
      <dgm:prSet presAssocID="{35861265-E07B-48DF-B56F-F26D6DB7D842}"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inger Print"/>
        </a:ext>
      </dgm:extLst>
    </dgm:pt>
    <dgm:pt modelId="{297CD7BF-9017-4AA0-8A6D-002AB1D6974F}" type="pres">
      <dgm:prSet presAssocID="{35861265-E07B-48DF-B56F-F26D6DB7D842}" presName="spaceRect" presStyleCnt="0"/>
      <dgm:spPr/>
    </dgm:pt>
    <dgm:pt modelId="{6379F5E4-9019-43AE-9BC9-59DE062FBD9E}" type="pres">
      <dgm:prSet presAssocID="{35861265-E07B-48DF-B56F-F26D6DB7D842}" presName="textRect" presStyleLbl="revTx" presStyleIdx="0" presStyleCnt="5">
        <dgm:presLayoutVars>
          <dgm:chMax val="1"/>
          <dgm:chPref val="1"/>
        </dgm:presLayoutVars>
      </dgm:prSet>
      <dgm:spPr/>
    </dgm:pt>
    <dgm:pt modelId="{3BD448B8-7780-47DD-B02B-57B239B6C4A4}" type="pres">
      <dgm:prSet presAssocID="{BD9F3DBF-2E6A-4AF8-9FC0-46E21301484F}" presName="sibTrans" presStyleCnt="0"/>
      <dgm:spPr/>
    </dgm:pt>
    <dgm:pt modelId="{0E73D068-14BA-4050-9E3F-6A8C1396C5FA}" type="pres">
      <dgm:prSet presAssocID="{DE257280-1DB3-437E-AD1E-EF2202365814}" presName="compNode" presStyleCnt="0"/>
      <dgm:spPr/>
    </dgm:pt>
    <dgm:pt modelId="{01D25679-24C0-4FAA-BB12-545EFC991AF6}" type="pres">
      <dgm:prSet presAssocID="{DE257280-1DB3-437E-AD1E-EF2202365814}" presName="iconBgRect" presStyleLbl="bgShp" presStyleIdx="1" presStyleCnt="5"/>
      <dgm:spPr/>
    </dgm:pt>
    <dgm:pt modelId="{3AE982B5-1139-4625-B119-6D854DFC7A08}" type="pres">
      <dgm:prSet presAssocID="{DE257280-1DB3-437E-AD1E-EF2202365814}"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eciduous tree"/>
        </a:ext>
      </dgm:extLst>
    </dgm:pt>
    <dgm:pt modelId="{34281AC4-6E6A-445B-A159-1003E6924C27}" type="pres">
      <dgm:prSet presAssocID="{DE257280-1DB3-437E-AD1E-EF2202365814}" presName="spaceRect" presStyleCnt="0"/>
      <dgm:spPr/>
    </dgm:pt>
    <dgm:pt modelId="{F0DB7180-2443-4371-9BB8-5E53D35D0F83}" type="pres">
      <dgm:prSet presAssocID="{DE257280-1DB3-437E-AD1E-EF2202365814}" presName="textRect" presStyleLbl="revTx" presStyleIdx="1" presStyleCnt="5">
        <dgm:presLayoutVars>
          <dgm:chMax val="1"/>
          <dgm:chPref val="1"/>
        </dgm:presLayoutVars>
      </dgm:prSet>
      <dgm:spPr/>
    </dgm:pt>
    <dgm:pt modelId="{154AF73C-F546-4942-8933-4CCE1500FABE}" type="pres">
      <dgm:prSet presAssocID="{1BFD4F58-27A6-4B0D-A4F5-8CDE98344CAA}" presName="sibTrans" presStyleCnt="0"/>
      <dgm:spPr/>
    </dgm:pt>
    <dgm:pt modelId="{E06FFFF6-9557-4505-843F-B0297C0FEDDA}" type="pres">
      <dgm:prSet presAssocID="{D50A3C8D-FBD1-44E4-AA67-B5BF67CC6B37}" presName="compNode" presStyleCnt="0"/>
      <dgm:spPr/>
    </dgm:pt>
    <dgm:pt modelId="{6346F106-A928-4278-BBBD-02A9957F3094}" type="pres">
      <dgm:prSet presAssocID="{D50A3C8D-FBD1-44E4-AA67-B5BF67CC6B37}" presName="iconBgRect" presStyleLbl="bgShp" presStyleIdx="2" presStyleCnt="5"/>
      <dgm:spPr/>
    </dgm:pt>
    <dgm:pt modelId="{1EAFA144-AB26-4686-B3F6-75F43D5B304C}" type="pres">
      <dgm:prSet presAssocID="{D50A3C8D-FBD1-44E4-AA67-B5BF67CC6B37}"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andshake"/>
        </a:ext>
      </dgm:extLst>
    </dgm:pt>
    <dgm:pt modelId="{BADF7BF8-C092-4D7F-B09B-6C74FFD2057B}" type="pres">
      <dgm:prSet presAssocID="{D50A3C8D-FBD1-44E4-AA67-B5BF67CC6B37}" presName="spaceRect" presStyleCnt="0"/>
      <dgm:spPr/>
    </dgm:pt>
    <dgm:pt modelId="{17716D80-A5D9-483A-A4C6-917021526AA7}" type="pres">
      <dgm:prSet presAssocID="{D50A3C8D-FBD1-44E4-AA67-B5BF67CC6B37}" presName="textRect" presStyleLbl="revTx" presStyleIdx="2" presStyleCnt="5">
        <dgm:presLayoutVars>
          <dgm:chMax val="1"/>
          <dgm:chPref val="1"/>
        </dgm:presLayoutVars>
      </dgm:prSet>
      <dgm:spPr/>
    </dgm:pt>
    <dgm:pt modelId="{94B2B99D-0E1F-44C3-84E7-A2AA75509F03}" type="pres">
      <dgm:prSet presAssocID="{A1755D1B-89F0-49A0-85D3-6B5FED07444F}" presName="sibTrans" presStyleCnt="0"/>
      <dgm:spPr/>
    </dgm:pt>
    <dgm:pt modelId="{3EC1FAAE-A8D5-4576-83DA-DF799A369610}" type="pres">
      <dgm:prSet presAssocID="{1B9A5E75-D1E4-43F2-B84E-4EDD490BDDE9}" presName="compNode" presStyleCnt="0"/>
      <dgm:spPr/>
    </dgm:pt>
    <dgm:pt modelId="{4B9D552C-3B63-4E8F-9A1B-3BB9F6A745B7}" type="pres">
      <dgm:prSet presAssocID="{1B9A5E75-D1E4-43F2-B84E-4EDD490BDDE9}" presName="iconBgRect" presStyleLbl="bgShp" presStyleIdx="3" presStyleCnt="5"/>
      <dgm:spPr/>
    </dgm:pt>
    <dgm:pt modelId="{C2C4AC45-B0CF-43D5-8026-862E020638F4}" type="pres">
      <dgm:prSet presAssocID="{1B9A5E75-D1E4-43F2-B84E-4EDD490BDDE9}"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ocument"/>
        </a:ext>
      </dgm:extLst>
    </dgm:pt>
    <dgm:pt modelId="{750F159C-B297-4E7F-9E27-2BE44B9E5731}" type="pres">
      <dgm:prSet presAssocID="{1B9A5E75-D1E4-43F2-B84E-4EDD490BDDE9}" presName="spaceRect" presStyleCnt="0"/>
      <dgm:spPr/>
    </dgm:pt>
    <dgm:pt modelId="{AAE64BD7-0285-4E39-A37C-E6658E8F895D}" type="pres">
      <dgm:prSet presAssocID="{1B9A5E75-D1E4-43F2-B84E-4EDD490BDDE9}" presName="textRect" presStyleLbl="revTx" presStyleIdx="3" presStyleCnt="5">
        <dgm:presLayoutVars>
          <dgm:chMax val="1"/>
          <dgm:chPref val="1"/>
        </dgm:presLayoutVars>
      </dgm:prSet>
      <dgm:spPr/>
    </dgm:pt>
    <dgm:pt modelId="{58DD14B6-DA36-4C3F-9040-49118B53A921}" type="pres">
      <dgm:prSet presAssocID="{28E830AD-584E-4463-9279-68B47B41B578}" presName="sibTrans" presStyleCnt="0"/>
      <dgm:spPr/>
    </dgm:pt>
    <dgm:pt modelId="{99C5F074-6457-4C35-BD94-99CF44247F5A}" type="pres">
      <dgm:prSet presAssocID="{00B3B948-0AC1-4035-A774-1C54FD7FDF03}" presName="compNode" presStyleCnt="0"/>
      <dgm:spPr/>
    </dgm:pt>
    <dgm:pt modelId="{C0F16172-AA6C-42EA-AB82-6AB1DE81389E}" type="pres">
      <dgm:prSet presAssocID="{00B3B948-0AC1-4035-A774-1C54FD7FDF03}" presName="iconBgRect" presStyleLbl="bgShp" presStyleIdx="4" presStyleCnt="5"/>
      <dgm:spPr/>
    </dgm:pt>
    <dgm:pt modelId="{FF570B1F-00B9-4249-9AC9-0E87AD179A84}" type="pres">
      <dgm:prSet presAssocID="{00B3B948-0AC1-4035-A774-1C54FD7FDF03}"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Users"/>
        </a:ext>
      </dgm:extLst>
    </dgm:pt>
    <dgm:pt modelId="{59976715-EEBF-4AEF-8B6D-7F20D127F17F}" type="pres">
      <dgm:prSet presAssocID="{00B3B948-0AC1-4035-A774-1C54FD7FDF03}" presName="spaceRect" presStyleCnt="0"/>
      <dgm:spPr/>
    </dgm:pt>
    <dgm:pt modelId="{44692F99-65E0-4129-A5F3-AA0E470E4E90}" type="pres">
      <dgm:prSet presAssocID="{00B3B948-0AC1-4035-A774-1C54FD7FDF03}" presName="textRect" presStyleLbl="revTx" presStyleIdx="4" presStyleCnt="5">
        <dgm:presLayoutVars>
          <dgm:chMax val="1"/>
          <dgm:chPref val="1"/>
        </dgm:presLayoutVars>
      </dgm:prSet>
      <dgm:spPr/>
    </dgm:pt>
  </dgm:ptLst>
  <dgm:cxnLst>
    <dgm:cxn modelId="{0ABF5505-7BE0-4F81-B34F-5C55F82126B3}" type="presOf" srcId="{1B9A5E75-D1E4-43F2-B84E-4EDD490BDDE9}" destId="{AAE64BD7-0285-4E39-A37C-E6658E8F895D}" srcOrd="0" destOrd="0" presId="urn:microsoft.com/office/officeart/2018/5/layout/IconCircleLabelList"/>
    <dgm:cxn modelId="{B7FFA811-B804-4272-8AF5-9B98D633DE63}" srcId="{F1B25312-CDAF-45B5-97D8-86C58EA05D01}" destId="{1B9A5E75-D1E4-43F2-B84E-4EDD490BDDE9}" srcOrd="3" destOrd="0" parTransId="{66CD6096-C164-4E5D-B8F0-0C585506C6A6}" sibTransId="{28E830AD-584E-4463-9279-68B47B41B578}"/>
    <dgm:cxn modelId="{C4210035-604D-447E-8F91-5D71704915B6}" type="presOf" srcId="{35861265-E07B-48DF-B56F-F26D6DB7D842}" destId="{6379F5E4-9019-43AE-9BC9-59DE062FBD9E}" srcOrd="0" destOrd="0" presId="urn:microsoft.com/office/officeart/2018/5/layout/IconCircleLabelList"/>
    <dgm:cxn modelId="{951BA64F-23CC-4451-80B7-6B8792631DBC}" srcId="{F1B25312-CDAF-45B5-97D8-86C58EA05D01}" destId="{D50A3C8D-FBD1-44E4-AA67-B5BF67CC6B37}" srcOrd="2" destOrd="0" parTransId="{D054BBCE-32E6-4792-965B-89B1E79DB8A3}" sibTransId="{A1755D1B-89F0-49A0-85D3-6B5FED07444F}"/>
    <dgm:cxn modelId="{0DEEC271-7143-437A-A2E9-7FAEF6D6B1CF}" type="presOf" srcId="{DE257280-1DB3-437E-AD1E-EF2202365814}" destId="{F0DB7180-2443-4371-9BB8-5E53D35D0F83}" srcOrd="0" destOrd="0" presId="urn:microsoft.com/office/officeart/2018/5/layout/IconCircleLabelList"/>
    <dgm:cxn modelId="{F84B5092-FE92-4FC9-80EC-8633280AEF3C}" srcId="{F1B25312-CDAF-45B5-97D8-86C58EA05D01}" destId="{00B3B948-0AC1-4035-A774-1C54FD7FDF03}" srcOrd="4" destOrd="0" parTransId="{325C2A19-A465-4174-953C-036F5C501C6E}" sibTransId="{BADC0BF6-1E94-4E7D-98DB-E73C7AC43FEB}"/>
    <dgm:cxn modelId="{EFE9919F-1D9F-43E2-AC66-29A4F9ECEC9B}" srcId="{F1B25312-CDAF-45B5-97D8-86C58EA05D01}" destId="{DE257280-1DB3-437E-AD1E-EF2202365814}" srcOrd="1" destOrd="0" parTransId="{9095D78A-E4BB-4B2D-B0EB-5CEE784CF0BB}" sibTransId="{1BFD4F58-27A6-4B0D-A4F5-8CDE98344CAA}"/>
    <dgm:cxn modelId="{4E4A99E1-AD6D-41BC-9688-26C9D4701F91}" type="presOf" srcId="{D50A3C8D-FBD1-44E4-AA67-B5BF67CC6B37}" destId="{17716D80-A5D9-483A-A4C6-917021526AA7}" srcOrd="0" destOrd="0" presId="urn:microsoft.com/office/officeart/2018/5/layout/IconCircleLabelList"/>
    <dgm:cxn modelId="{C6C565E9-1F9F-4087-9DD0-BCC5F00C0290}" type="presOf" srcId="{F1B25312-CDAF-45B5-97D8-86C58EA05D01}" destId="{933BA642-7AE4-49B5-895C-EB3C30781981}" srcOrd="0" destOrd="0" presId="urn:microsoft.com/office/officeart/2018/5/layout/IconCircleLabelList"/>
    <dgm:cxn modelId="{3AEECBEC-07BE-46D8-A553-DC4B54F7C408}" srcId="{F1B25312-CDAF-45B5-97D8-86C58EA05D01}" destId="{35861265-E07B-48DF-B56F-F26D6DB7D842}" srcOrd="0" destOrd="0" parTransId="{6229247F-E98F-416B-91F2-CFAC16DD0EA6}" sibTransId="{BD9F3DBF-2E6A-4AF8-9FC0-46E21301484F}"/>
    <dgm:cxn modelId="{2012D1F5-B84E-4A37-9D49-2528372B8367}" type="presOf" srcId="{00B3B948-0AC1-4035-A774-1C54FD7FDF03}" destId="{44692F99-65E0-4129-A5F3-AA0E470E4E90}" srcOrd="0" destOrd="0" presId="urn:microsoft.com/office/officeart/2018/5/layout/IconCircleLabelList"/>
    <dgm:cxn modelId="{D9043251-C574-4137-8247-9215D406EF13}" type="presParOf" srcId="{933BA642-7AE4-49B5-895C-EB3C30781981}" destId="{AB95F84B-FFB6-46E8-B46A-6F080FE0844E}" srcOrd="0" destOrd="0" presId="urn:microsoft.com/office/officeart/2018/5/layout/IconCircleLabelList"/>
    <dgm:cxn modelId="{E7CC1A67-C172-48CB-BAC7-382E50D32EC2}" type="presParOf" srcId="{AB95F84B-FFB6-46E8-B46A-6F080FE0844E}" destId="{8138453C-AFF1-4DF7-88FD-2F19282BAA67}" srcOrd="0" destOrd="0" presId="urn:microsoft.com/office/officeart/2018/5/layout/IconCircleLabelList"/>
    <dgm:cxn modelId="{6D03F786-E49C-404C-8944-AA51F1B7B9F7}" type="presParOf" srcId="{AB95F84B-FFB6-46E8-B46A-6F080FE0844E}" destId="{7B8E6DB6-5DC8-4135-A896-E4DE375D1D75}" srcOrd="1" destOrd="0" presId="urn:microsoft.com/office/officeart/2018/5/layout/IconCircleLabelList"/>
    <dgm:cxn modelId="{7793B6B9-7D3D-404E-A34C-D4E9E7ED4A92}" type="presParOf" srcId="{AB95F84B-FFB6-46E8-B46A-6F080FE0844E}" destId="{297CD7BF-9017-4AA0-8A6D-002AB1D6974F}" srcOrd="2" destOrd="0" presId="urn:microsoft.com/office/officeart/2018/5/layout/IconCircleLabelList"/>
    <dgm:cxn modelId="{90EF8336-99EB-42FD-9CB9-D74EF0803474}" type="presParOf" srcId="{AB95F84B-FFB6-46E8-B46A-6F080FE0844E}" destId="{6379F5E4-9019-43AE-9BC9-59DE062FBD9E}" srcOrd="3" destOrd="0" presId="urn:microsoft.com/office/officeart/2018/5/layout/IconCircleLabelList"/>
    <dgm:cxn modelId="{EC1DDD57-99F0-4B51-8E17-4248A92A75C3}" type="presParOf" srcId="{933BA642-7AE4-49B5-895C-EB3C30781981}" destId="{3BD448B8-7780-47DD-B02B-57B239B6C4A4}" srcOrd="1" destOrd="0" presId="urn:microsoft.com/office/officeart/2018/5/layout/IconCircleLabelList"/>
    <dgm:cxn modelId="{F488BAA4-ACEC-4E45-9A0F-E3ABE3C8F4C6}" type="presParOf" srcId="{933BA642-7AE4-49B5-895C-EB3C30781981}" destId="{0E73D068-14BA-4050-9E3F-6A8C1396C5FA}" srcOrd="2" destOrd="0" presId="urn:microsoft.com/office/officeart/2018/5/layout/IconCircleLabelList"/>
    <dgm:cxn modelId="{1630111F-5B3D-4F21-84E5-3734970C5344}" type="presParOf" srcId="{0E73D068-14BA-4050-9E3F-6A8C1396C5FA}" destId="{01D25679-24C0-4FAA-BB12-545EFC991AF6}" srcOrd="0" destOrd="0" presId="urn:microsoft.com/office/officeart/2018/5/layout/IconCircleLabelList"/>
    <dgm:cxn modelId="{C8A574DA-64F1-4156-84B9-0BDCC49F5094}" type="presParOf" srcId="{0E73D068-14BA-4050-9E3F-6A8C1396C5FA}" destId="{3AE982B5-1139-4625-B119-6D854DFC7A08}" srcOrd="1" destOrd="0" presId="urn:microsoft.com/office/officeart/2018/5/layout/IconCircleLabelList"/>
    <dgm:cxn modelId="{11202284-0360-4B92-973F-FF4C9A85F5FD}" type="presParOf" srcId="{0E73D068-14BA-4050-9E3F-6A8C1396C5FA}" destId="{34281AC4-6E6A-445B-A159-1003E6924C27}" srcOrd="2" destOrd="0" presId="urn:microsoft.com/office/officeart/2018/5/layout/IconCircleLabelList"/>
    <dgm:cxn modelId="{78ABC9CD-49D9-4962-AAD0-95A9893F9036}" type="presParOf" srcId="{0E73D068-14BA-4050-9E3F-6A8C1396C5FA}" destId="{F0DB7180-2443-4371-9BB8-5E53D35D0F83}" srcOrd="3" destOrd="0" presId="urn:microsoft.com/office/officeart/2018/5/layout/IconCircleLabelList"/>
    <dgm:cxn modelId="{C5E75E91-E288-4254-A1C5-1A5EE7F16C1D}" type="presParOf" srcId="{933BA642-7AE4-49B5-895C-EB3C30781981}" destId="{154AF73C-F546-4942-8933-4CCE1500FABE}" srcOrd="3" destOrd="0" presId="urn:microsoft.com/office/officeart/2018/5/layout/IconCircleLabelList"/>
    <dgm:cxn modelId="{DB79459C-DC50-435B-8F0E-F0BC393DA7DF}" type="presParOf" srcId="{933BA642-7AE4-49B5-895C-EB3C30781981}" destId="{E06FFFF6-9557-4505-843F-B0297C0FEDDA}" srcOrd="4" destOrd="0" presId="urn:microsoft.com/office/officeart/2018/5/layout/IconCircleLabelList"/>
    <dgm:cxn modelId="{DB3F8144-5875-44F9-B4CC-53456BECE01E}" type="presParOf" srcId="{E06FFFF6-9557-4505-843F-B0297C0FEDDA}" destId="{6346F106-A928-4278-BBBD-02A9957F3094}" srcOrd="0" destOrd="0" presId="urn:microsoft.com/office/officeart/2018/5/layout/IconCircleLabelList"/>
    <dgm:cxn modelId="{04A7B8FF-299E-4C5E-8704-EF2DC9894AC0}" type="presParOf" srcId="{E06FFFF6-9557-4505-843F-B0297C0FEDDA}" destId="{1EAFA144-AB26-4686-B3F6-75F43D5B304C}" srcOrd="1" destOrd="0" presId="urn:microsoft.com/office/officeart/2018/5/layout/IconCircleLabelList"/>
    <dgm:cxn modelId="{D9B00F8B-97B0-4950-A0AE-1B365D0F650B}" type="presParOf" srcId="{E06FFFF6-9557-4505-843F-B0297C0FEDDA}" destId="{BADF7BF8-C092-4D7F-B09B-6C74FFD2057B}" srcOrd="2" destOrd="0" presId="urn:microsoft.com/office/officeart/2018/5/layout/IconCircleLabelList"/>
    <dgm:cxn modelId="{16418B3E-6E1D-4AC0-A67A-34D2FAAD62CE}" type="presParOf" srcId="{E06FFFF6-9557-4505-843F-B0297C0FEDDA}" destId="{17716D80-A5D9-483A-A4C6-917021526AA7}" srcOrd="3" destOrd="0" presId="urn:microsoft.com/office/officeart/2018/5/layout/IconCircleLabelList"/>
    <dgm:cxn modelId="{EB4F9A6A-EA4F-4604-8ED2-9E68019213E5}" type="presParOf" srcId="{933BA642-7AE4-49B5-895C-EB3C30781981}" destId="{94B2B99D-0E1F-44C3-84E7-A2AA75509F03}" srcOrd="5" destOrd="0" presId="urn:microsoft.com/office/officeart/2018/5/layout/IconCircleLabelList"/>
    <dgm:cxn modelId="{0F6B7BC9-BB05-41B3-ADA2-53153167BB6B}" type="presParOf" srcId="{933BA642-7AE4-49B5-895C-EB3C30781981}" destId="{3EC1FAAE-A8D5-4576-83DA-DF799A369610}" srcOrd="6" destOrd="0" presId="urn:microsoft.com/office/officeart/2018/5/layout/IconCircleLabelList"/>
    <dgm:cxn modelId="{6DE59ECA-C537-4058-B8B0-69BDC32978FD}" type="presParOf" srcId="{3EC1FAAE-A8D5-4576-83DA-DF799A369610}" destId="{4B9D552C-3B63-4E8F-9A1B-3BB9F6A745B7}" srcOrd="0" destOrd="0" presId="urn:microsoft.com/office/officeart/2018/5/layout/IconCircleLabelList"/>
    <dgm:cxn modelId="{73217FD8-C1F7-477C-B871-8F3FABCCDEE8}" type="presParOf" srcId="{3EC1FAAE-A8D5-4576-83DA-DF799A369610}" destId="{C2C4AC45-B0CF-43D5-8026-862E020638F4}" srcOrd="1" destOrd="0" presId="urn:microsoft.com/office/officeart/2018/5/layout/IconCircleLabelList"/>
    <dgm:cxn modelId="{A0FE67A8-3EB9-42EE-AC16-0137DAF3E9EE}" type="presParOf" srcId="{3EC1FAAE-A8D5-4576-83DA-DF799A369610}" destId="{750F159C-B297-4E7F-9E27-2BE44B9E5731}" srcOrd="2" destOrd="0" presId="urn:microsoft.com/office/officeart/2018/5/layout/IconCircleLabelList"/>
    <dgm:cxn modelId="{795F558B-3394-48C1-990B-58504956F7F8}" type="presParOf" srcId="{3EC1FAAE-A8D5-4576-83DA-DF799A369610}" destId="{AAE64BD7-0285-4E39-A37C-E6658E8F895D}" srcOrd="3" destOrd="0" presId="urn:microsoft.com/office/officeart/2018/5/layout/IconCircleLabelList"/>
    <dgm:cxn modelId="{2C088A5C-D1E3-4DEE-BB6E-9D1E6150D1CA}" type="presParOf" srcId="{933BA642-7AE4-49B5-895C-EB3C30781981}" destId="{58DD14B6-DA36-4C3F-9040-49118B53A921}" srcOrd="7" destOrd="0" presId="urn:microsoft.com/office/officeart/2018/5/layout/IconCircleLabelList"/>
    <dgm:cxn modelId="{CA2F208E-7C15-4F66-9571-67177EAD8873}" type="presParOf" srcId="{933BA642-7AE4-49B5-895C-EB3C30781981}" destId="{99C5F074-6457-4C35-BD94-99CF44247F5A}" srcOrd="8" destOrd="0" presId="urn:microsoft.com/office/officeart/2018/5/layout/IconCircleLabelList"/>
    <dgm:cxn modelId="{4A7AF911-50E2-45B5-A001-5F619E176306}" type="presParOf" srcId="{99C5F074-6457-4C35-BD94-99CF44247F5A}" destId="{C0F16172-AA6C-42EA-AB82-6AB1DE81389E}" srcOrd="0" destOrd="0" presId="urn:microsoft.com/office/officeart/2018/5/layout/IconCircleLabelList"/>
    <dgm:cxn modelId="{91D2E20A-8062-4992-BB61-09422A200880}" type="presParOf" srcId="{99C5F074-6457-4C35-BD94-99CF44247F5A}" destId="{FF570B1F-00B9-4249-9AC9-0E87AD179A84}" srcOrd="1" destOrd="0" presId="urn:microsoft.com/office/officeart/2018/5/layout/IconCircleLabelList"/>
    <dgm:cxn modelId="{8DADF8B8-5443-4800-8B26-07FFBBC6433B}" type="presParOf" srcId="{99C5F074-6457-4C35-BD94-99CF44247F5A}" destId="{59976715-EEBF-4AEF-8B6D-7F20D127F17F}" srcOrd="2" destOrd="0" presId="urn:microsoft.com/office/officeart/2018/5/layout/IconCircleLabelList"/>
    <dgm:cxn modelId="{54394557-6AED-495E-83FD-4D1CE3F7849A}" type="presParOf" srcId="{99C5F074-6457-4C35-BD94-99CF44247F5A}" destId="{44692F99-65E0-4129-A5F3-AA0E470E4E90}"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81EF687-AC6C-4084-BC64-3735BAB3612F}" type="doc">
      <dgm:prSet loTypeId="urn:microsoft.com/office/officeart/2008/layout/LinedList" loCatId="list" qsTypeId="urn:microsoft.com/office/officeart/2005/8/quickstyle/simple1" qsCatId="simple" csTypeId="urn:microsoft.com/office/officeart/2005/8/colors/accent4_1" csCatId="accent4" phldr="1"/>
      <dgm:spPr/>
      <dgm:t>
        <a:bodyPr/>
        <a:lstStyle/>
        <a:p>
          <a:endParaRPr lang="en-US"/>
        </a:p>
      </dgm:t>
    </dgm:pt>
    <dgm:pt modelId="{2F893E19-6FCA-4367-968F-F20E95AECE6C}">
      <dgm:prSet custT="1"/>
      <dgm:spPr/>
      <dgm:t>
        <a:bodyPr/>
        <a:lstStyle/>
        <a:p>
          <a:r>
            <a:rPr lang="en-US" sz="1800" b="1">
              <a:solidFill>
                <a:schemeClr val="bg1"/>
              </a:solidFill>
            </a:rPr>
            <a:t>Suppliers</a:t>
          </a:r>
          <a:r>
            <a:rPr lang="en-US" sz="1800">
              <a:solidFill>
                <a:schemeClr val="bg1"/>
              </a:solidFill>
            </a:rPr>
            <a:t>: Y.M. (Cairo), D.R. (Istanbul)</a:t>
          </a:r>
        </a:p>
      </dgm:t>
    </dgm:pt>
    <dgm:pt modelId="{9DA5EDB9-CAD2-4AE0-BB9C-691BD9230E4E}" type="parTrans" cxnId="{A0858468-0FC8-4D86-AC32-0D084C081A40}">
      <dgm:prSet/>
      <dgm:spPr/>
      <dgm:t>
        <a:bodyPr/>
        <a:lstStyle/>
        <a:p>
          <a:endParaRPr lang="en-US"/>
        </a:p>
      </dgm:t>
    </dgm:pt>
    <dgm:pt modelId="{11A53F57-1E95-4BEE-8937-2978865AD0E2}" type="sibTrans" cxnId="{A0858468-0FC8-4D86-AC32-0D084C081A40}">
      <dgm:prSet/>
      <dgm:spPr/>
      <dgm:t>
        <a:bodyPr/>
        <a:lstStyle/>
        <a:p>
          <a:endParaRPr lang="en-US"/>
        </a:p>
      </dgm:t>
    </dgm:pt>
    <dgm:pt modelId="{A6F574D1-3DCA-4A2A-96DE-69E97343B968}">
      <dgm:prSet custT="1"/>
      <dgm:spPr/>
      <dgm:t>
        <a:bodyPr/>
        <a:lstStyle/>
        <a:p>
          <a:r>
            <a:rPr lang="en-US" sz="1800" b="1">
              <a:solidFill>
                <a:schemeClr val="bg1"/>
              </a:solidFill>
            </a:rPr>
            <a:t>Buyers</a:t>
          </a:r>
          <a:r>
            <a:rPr lang="en-US" sz="1800">
              <a:solidFill>
                <a:schemeClr val="bg1"/>
              </a:solidFill>
            </a:rPr>
            <a:t>: A.M. (Dubai), F.M. (Paris), L.T. (Hong Kong)</a:t>
          </a:r>
        </a:p>
      </dgm:t>
    </dgm:pt>
    <dgm:pt modelId="{2FE9A270-834D-46F3-BCC9-BBD15DB3D0C1}" type="parTrans" cxnId="{6B21F37D-EBE5-42E5-AB3D-DA733E5D66FD}">
      <dgm:prSet/>
      <dgm:spPr/>
      <dgm:t>
        <a:bodyPr/>
        <a:lstStyle/>
        <a:p>
          <a:endParaRPr lang="en-US"/>
        </a:p>
      </dgm:t>
    </dgm:pt>
    <dgm:pt modelId="{F67EE7F8-2E23-430A-BABC-7BC24967C69B}" type="sibTrans" cxnId="{6B21F37D-EBE5-42E5-AB3D-DA733E5D66FD}">
      <dgm:prSet/>
      <dgm:spPr/>
      <dgm:t>
        <a:bodyPr/>
        <a:lstStyle/>
        <a:p>
          <a:endParaRPr lang="en-US"/>
        </a:p>
      </dgm:t>
    </dgm:pt>
    <dgm:pt modelId="{E57322B7-0417-408E-ADCA-ECA03989F5DA}">
      <dgm:prSet custT="1"/>
      <dgm:spPr/>
      <dgm:t>
        <a:bodyPr/>
        <a:lstStyle/>
        <a:p>
          <a:r>
            <a:rPr lang="en-US" sz="1800" b="1">
              <a:solidFill>
                <a:schemeClr val="bg1"/>
              </a:solidFill>
            </a:rPr>
            <a:t>Communications</a:t>
          </a:r>
          <a:r>
            <a:rPr lang="en-US" sz="1800">
              <a:solidFill>
                <a:schemeClr val="bg1"/>
              </a:solidFill>
            </a:rPr>
            <a:t> were encrypted via </a:t>
          </a:r>
          <a:r>
            <a:rPr lang="en-US" sz="1800" b="1" err="1">
              <a:solidFill>
                <a:schemeClr val="bg1"/>
              </a:solidFill>
            </a:rPr>
            <a:t>ProtonMail</a:t>
          </a:r>
          <a:r>
            <a:rPr lang="en-US" sz="1800">
              <a:solidFill>
                <a:schemeClr val="bg1"/>
              </a:solidFill>
            </a:rPr>
            <a:t>, </a:t>
          </a:r>
          <a:r>
            <a:rPr lang="en-US" sz="1800" b="1">
              <a:solidFill>
                <a:schemeClr val="bg1"/>
              </a:solidFill>
            </a:rPr>
            <a:t>Tuta.io</a:t>
          </a:r>
          <a:r>
            <a:rPr lang="en-US" sz="1800">
              <a:solidFill>
                <a:schemeClr val="bg1"/>
              </a:solidFill>
            </a:rPr>
            <a:t>, and </a:t>
          </a:r>
          <a:r>
            <a:rPr lang="en-US" sz="1800" b="1">
              <a:solidFill>
                <a:schemeClr val="bg1"/>
              </a:solidFill>
            </a:rPr>
            <a:t>SecureMail</a:t>
          </a:r>
          <a:endParaRPr lang="en-US" sz="1800">
            <a:solidFill>
              <a:schemeClr val="bg1"/>
            </a:solidFill>
          </a:endParaRPr>
        </a:p>
      </dgm:t>
    </dgm:pt>
    <dgm:pt modelId="{D9915251-5836-4389-8FBF-845B943E00A3}" type="parTrans" cxnId="{99DEC819-C67A-4171-B771-89CF4DE10D0D}">
      <dgm:prSet/>
      <dgm:spPr/>
      <dgm:t>
        <a:bodyPr/>
        <a:lstStyle/>
        <a:p>
          <a:endParaRPr lang="en-US"/>
        </a:p>
      </dgm:t>
    </dgm:pt>
    <dgm:pt modelId="{7419694A-6564-4AA2-86C1-746667914735}" type="sibTrans" cxnId="{99DEC819-C67A-4171-B771-89CF4DE10D0D}">
      <dgm:prSet/>
      <dgm:spPr/>
      <dgm:t>
        <a:bodyPr/>
        <a:lstStyle/>
        <a:p>
          <a:endParaRPr lang="en-US"/>
        </a:p>
      </dgm:t>
    </dgm:pt>
    <dgm:pt modelId="{D58CA354-DBF5-42F8-85C6-096FAEFF9360}">
      <dgm:prSet custT="1"/>
      <dgm:spPr/>
      <dgm:t>
        <a:bodyPr/>
        <a:lstStyle/>
        <a:p>
          <a:r>
            <a:rPr lang="en-US" sz="1800" b="1">
              <a:solidFill>
                <a:schemeClr val="bg1"/>
              </a:solidFill>
            </a:rPr>
            <a:t>Transactions</a:t>
          </a:r>
          <a:r>
            <a:rPr lang="en-US" sz="1800">
              <a:solidFill>
                <a:schemeClr val="bg1"/>
              </a:solidFill>
            </a:rPr>
            <a:t> spanned legitimate exports, crypto wallets, and concealed shipment labels</a:t>
          </a:r>
        </a:p>
      </dgm:t>
    </dgm:pt>
    <dgm:pt modelId="{D830ED06-9103-42E6-8894-7143FA24B3FF}" type="parTrans" cxnId="{EA961C66-97CF-45F8-A7C8-3D321602930E}">
      <dgm:prSet/>
      <dgm:spPr/>
      <dgm:t>
        <a:bodyPr/>
        <a:lstStyle/>
        <a:p>
          <a:endParaRPr lang="en-US"/>
        </a:p>
      </dgm:t>
    </dgm:pt>
    <dgm:pt modelId="{2C684106-CDF0-426D-B171-DFF4B0C3D085}" type="sibTrans" cxnId="{EA961C66-97CF-45F8-A7C8-3D321602930E}">
      <dgm:prSet/>
      <dgm:spPr/>
      <dgm:t>
        <a:bodyPr/>
        <a:lstStyle/>
        <a:p>
          <a:endParaRPr lang="en-US"/>
        </a:p>
      </dgm:t>
    </dgm:pt>
    <dgm:pt modelId="{15364422-0104-473F-AD15-480204A7C657}" type="pres">
      <dgm:prSet presAssocID="{581EF687-AC6C-4084-BC64-3735BAB3612F}" presName="vert0" presStyleCnt="0">
        <dgm:presLayoutVars>
          <dgm:dir/>
          <dgm:animOne val="branch"/>
          <dgm:animLvl val="lvl"/>
        </dgm:presLayoutVars>
      </dgm:prSet>
      <dgm:spPr/>
    </dgm:pt>
    <dgm:pt modelId="{00474D10-D2DC-466E-8B45-7A17D8A3BFB2}" type="pres">
      <dgm:prSet presAssocID="{2F893E19-6FCA-4367-968F-F20E95AECE6C}" presName="thickLine" presStyleLbl="alignNode1" presStyleIdx="0" presStyleCnt="4"/>
      <dgm:spPr/>
    </dgm:pt>
    <dgm:pt modelId="{DAD1E2B1-8598-4E3F-94CB-0B2A19DDD12E}" type="pres">
      <dgm:prSet presAssocID="{2F893E19-6FCA-4367-968F-F20E95AECE6C}" presName="horz1" presStyleCnt="0"/>
      <dgm:spPr/>
    </dgm:pt>
    <dgm:pt modelId="{B3226349-322A-4CCF-B0F3-5B6BCF4A6483}" type="pres">
      <dgm:prSet presAssocID="{2F893E19-6FCA-4367-968F-F20E95AECE6C}" presName="tx1" presStyleLbl="revTx" presStyleIdx="0" presStyleCnt="4"/>
      <dgm:spPr/>
    </dgm:pt>
    <dgm:pt modelId="{F24D800C-41DB-4287-88FC-5D051319D134}" type="pres">
      <dgm:prSet presAssocID="{2F893E19-6FCA-4367-968F-F20E95AECE6C}" presName="vert1" presStyleCnt="0"/>
      <dgm:spPr/>
    </dgm:pt>
    <dgm:pt modelId="{4CD5A40B-D5CF-41F0-9503-119CFF569E38}" type="pres">
      <dgm:prSet presAssocID="{A6F574D1-3DCA-4A2A-96DE-69E97343B968}" presName="thickLine" presStyleLbl="alignNode1" presStyleIdx="1" presStyleCnt="4"/>
      <dgm:spPr/>
    </dgm:pt>
    <dgm:pt modelId="{24AA3780-8A76-4286-ACAC-CC16D85E6E57}" type="pres">
      <dgm:prSet presAssocID="{A6F574D1-3DCA-4A2A-96DE-69E97343B968}" presName="horz1" presStyleCnt="0"/>
      <dgm:spPr/>
    </dgm:pt>
    <dgm:pt modelId="{4A0BA351-74CA-41DB-AB82-74CD45DA04DC}" type="pres">
      <dgm:prSet presAssocID="{A6F574D1-3DCA-4A2A-96DE-69E97343B968}" presName="tx1" presStyleLbl="revTx" presStyleIdx="1" presStyleCnt="4"/>
      <dgm:spPr/>
    </dgm:pt>
    <dgm:pt modelId="{2F8A3C9A-6FA3-44FE-A0AF-42670470FBBD}" type="pres">
      <dgm:prSet presAssocID="{A6F574D1-3DCA-4A2A-96DE-69E97343B968}" presName="vert1" presStyleCnt="0"/>
      <dgm:spPr/>
    </dgm:pt>
    <dgm:pt modelId="{75F2700B-1831-4816-873C-C4E0591A275E}" type="pres">
      <dgm:prSet presAssocID="{E57322B7-0417-408E-ADCA-ECA03989F5DA}" presName="thickLine" presStyleLbl="alignNode1" presStyleIdx="2" presStyleCnt="4"/>
      <dgm:spPr/>
    </dgm:pt>
    <dgm:pt modelId="{2F420399-95A1-4198-8DA3-455413E33C7F}" type="pres">
      <dgm:prSet presAssocID="{E57322B7-0417-408E-ADCA-ECA03989F5DA}" presName="horz1" presStyleCnt="0"/>
      <dgm:spPr/>
    </dgm:pt>
    <dgm:pt modelId="{F2008E4A-1472-45EA-B6DD-725B69737FD9}" type="pres">
      <dgm:prSet presAssocID="{E57322B7-0417-408E-ADCA-ECA03989F5DA}" presName="tx1" presStyleLbl="revTx" presStyleIdx="2" presStyleCnt="4"/>
      <dgm:spPr/>
    </dgm:pt>
    <dgm:pt modelId="{96C619AB-7C68-4233-85F0-D350BDA1F0FE}" type="pres">
      <dgm:prSet presAssocID="{E57322B7-0417-408E-ADCA-ECA03989F5DA}" presName="vert1" presStyleCnt="0"/>
      <dgm:spPr/>
    </dgm:pt>
    <dgm:pt modelId="{539F4118-66AD-4C6D-A561-2DB4B6999BA1}" type="pres">
      <dgm:prSet presAssocID="{D58CA354-DBF5-42F8-85C6-096FAEFF9360}" presName="thickLine" presStyleLbl="alignNode1" presStyleIdx="3" presStyleCnt="4"/>
      <dgm:spPr/>
    </dgm:pt>
    <dgm:pt modelId="{8B4294C1-17D3-45C3-84BD-3E4818BEBC9D}" type="pres">
      <dgm:prSet presAssocID="{D58CA354-DBF5-42F8-85C6-096FAEFF9360}" presName="horz1" presStyleCnt="0"/>
      <dgm:spPr/>
    </dgm:pt>
    <dgm:pt modelId="{423AAB2B-4C4A-47B3-8A1C-9B15C2D3A1D1}" type="pres">
      <dgm:prSet presAssocID="{D58CA354-DBF5-42F8-85C6-096FAEFF9360}" presName="tx1" presStyleLbl="revTx" presStyleIdx="3" presStyleCnt="4"/>
      <dgm:spPr/>
    </dgm:pt>
    <dgm:pt modelId="{8DBC2F41-97F8-4BF4-8B95-0D4BFC4DD8DF}" type="pres">
      <dgm:prSet presAssocID="{D58CA354-DBF5-42F8-85C6-096FAEFF9360}" presName="vert1" presStyleCnt="0"/>
      <dgm:spPr/>
    </dgm:pt>
  </dgm:ptLst>
  <dgm:cxnLst>
    <dgm:cxn modelId="{68B80215-C8C8-4C02-8187-1455C3626B6D}" type="presOf" srcId="{A6F574D1-3DCA-4A2A-96DE-69E97343B968}" destId="{4A0BA351-74CA-41DB-AB82-74CD45DA04DC}" srcOrd="0" destOrd="0" presId="urn:microsoft.com/office/officeart/2008/layout/LinedList"/>
    <dgm:cxn modelId="{99DEC819-C67A-4171-B771-89CF4DE10D0D}" srcId="{581EF687-AC6C-4084-BC64-3735BAB3612F}" destId="{E57322B7-0417-408E-ADCA-ECA03989F5DA}" srcOrd="2" destOrd="0" parTransId="{D9915251-5836-4389-8FBF-845B943E00A3}" sibTransId="{7419694A-6564-4AA2-86C1-746667914735}"/>
    <dgm:cxn modelId="{EA961C66-97CF-45F8-A7C8-3D321602930E}" srcId="{581EF687-AC6C-4084-BC64-3735BAB3612F}" destId="{D58CA354-DBF5-42F8-85C6-096FAEFF9360}" srcOrd="3" destOrd="0" parTransId="{D830ED06-9103-42E6-8894-7143FA24B3FF}" sibTransId="{2C684106-CDF0-426D-B171-DFF4B0C3D085}"/>
    <dgm:cxn modelId="{A0858468-0FC8-4D86-AC32-0D084C081A40}" srcId="{581EF687-AC6C-4084-BC64-3735BAB3612F}" destId="{2F893E19-6FCA-4367-968F-F20E95AECE6C}" srcOrd="0" destOrd="0" parTransId="{9DA5EDB9-CAD2-4AE0-BB9C-691BD9230E4E}" sibTransId="{11A53F57-1E95-4BEE-8937-2978865AD0E2}"/>
    <dgm:cxn modelId="{6B21F37D-EBE5-42E5-AB3D-DA733E5D66FD}" srcId="{581EF687-AC6C-4084-BC64-3735BAB3612F}" destId="{A6F574D1-3DCA-4A2A-96DE-69E97343B968}" srcOrd="1" destOrd="0" parTransId="{2FE9A270-834D-46F3-BCC9-BBD15DB3D0C1}" sibTransId="{F67EE7F8-2E23-430A-BABC-7BC24967C69B}"/>
    <dgm:cxn modelId="{A7474E7E-A627-4BB0-A242-35D93B68DB9F}" type="presOf" srcId="{2F893E19-6FCA-4367-968F-F20E95AECE6C}" destId="{B3226349-322A-4CCF-B0F3-5B6BCF4A6483}" srcOrd="0" destOrd="0" presId="urn:microsoft.com/office/officeart/2008/layout/LinedList"/>
    <dgm:cxn modelId="{0EA7C990-9AAE-4448-B4B6-D20FAB1380C9}" type="presOf" srcId="{581EF687-AC6C-4084-BC64-3735BAB3612F}" destId="{15364422-0104-473F-AD15-480204A7C657}" srcOrd="0" destOrd="0" presId="urn:microsoft.com/office/officeart/2008/layout/LinedList"/>
    <dgm:cxn modelId="{97812AA1-E732-46D1-B063-B1CBF4079A99}" type="presOf" srcId="{E57322B7-0417-408E-ADCA-ECA03989F5DA}" destId="{F2008E4A-1472-45EA-B6DD-725B69737FD9}" srcOrd="0" destOrd="0" presId="urn:microsoft.com/office/officeart/2008/layout/LinedList"/>
    <dgm:cxn modelId="{D3E3D8CD-FF0D-4E76-85EC-B128A5696A13}" type="presOf" srcId="{D58CA354-DBF5-42F8-85C6-096FAEFF9360}" destId="{423AAB2B-4C4A-47B3-8A1C-9B15C2D3A1D1}" srcOrd="0" destOrd="0" presId="urn:microsoft.com/office/officeart/2008/layout/LinedList"/>
    <dgm:cxn modelId="{4D7460CC-F235-44CA-9A03-4A55DD58F205}" type="presParOf" srcId="{15364422-0104-473F-AD15-480204A7C657}" destId="{00474D10-D2DC-466E-8B45-7A17D8A3BFB2}" srcOrd="0" destOrd="0" presId="urn:microsoft.com/office/officeart/2008/layout/LinedList"/>
    <dgm:cxn modelId="{370514F8-74B8-4960-B2D5-F07DC19DBA01}" type="presParOf" srcId="{15364422-0104-473F-AD15-480204A7C657}" destId="{DAD1E2B1-8598-4E3F-94CB-0B2A19DDD12E}" srcOrd="1" destOrd="0" presId="urn:microsoft.com/office/officeart/2008/layout/LinedList"/>
    <dgm:cxn modelId="{A739209D-ECD7-47BE-ABEB-268B1806E3CA}" type="presParOf" srcId="{DAD1E2B1-8598-4E3F-94CB-0B2A19DDD12E}" destId="{B3226349-322A-4CCF-B0F3-5B6BCF4A6483}" srcOrd="0" destOrd="0" presId="urn:microsoft.com/office/officeart/2008/layout/LinedList"/>
    <dgm:cxn modelId="{D4C1AEB7-A11E-447E-B426-87F3F7B45566}" type="presParOf" srcId="{DAD1E2B1-8598-4E3F-94CB-0B2A19DDD12E}" destId="{F24D800C-41DB-4287-88FC-5D051319D134}" srcOrd="1" destOrd="0" presId="urn:microsoft.com/office/officeart/2008/layout/LinedList"/>
    <dgm:cxn modelId="{BDDD31AC-180A-4B5F-BBD4-A68A29A87BC5}" type="presParOf" srcId="{15364422-0104-473F-AD15-480204A7C657}" destId="{4CD5A40B-D5CF-41F0-9503-119CFF569E38}" srcOrd="2" destOrd="0" presId="urn:microsoft.com/office/officeart/2008/layout/LinedList"/>
    <dgm:cxn modelId="{45156E98-A36A-4933-8AF0-5ADD7EA01ACD}" type="presParOf" srcId="{15364422-0104-473F-AD15-480204A7C657}" destId="{24AA3780-8A76-4286-ACAC-CC16D85E6E57}" srcOrd="3" destOrd="0" presId="urn:microsoft.com/office/officeart/2008/layout/LinedList"/>
    <dgm:cxn modelId="{EC58E115-FC08-4151-896D-B6DB7CB5E6C1}" type="presParOf" srcId="{24AA3780-8A76-4286-ACAC-CC16D85E6E57}" destId="{4A0BA351-74CA-41DB-AB82-74CD45DA04DC}" srcOrd="0" destOrd="0" presId="urn:microsoft.com/office/officeart/2008/layout/LinedList"/>
    <dgm:cxn modelId="{3323D06A-4C91-4E45-B705-617A429D914B}" type="presParOf" srcId="{24AA3780-8A76-4286-ACAC-CC16D85E6E57}" destId="{2F8A3C9A-6FA3-44FE-A0AF-42670470FBBD}" srcOrd="1" destOrd="0" presId="urn:microsoft.com/office/officeart/2008/layout/LinedList"/>
    <dgm:cxn modelId="{F5F7A220-DDA0-436A-BCE8-ADAC683C7FB6}" type="presParOf" srcId="{15364422-0104-473F-AD15-480204A7C657}" destId="{75F2700B-1831-4816-873C-C4E0591A275E}" srcOrd="4" destOrd="0" presId="urn:microsoft.com/office/officeart/2008/layout/LinedList"/>
    <dgm:cxn modelId="{6E4A0CED-248E-4C6F-A365-686625EE7B3E}" type="presParOf" srcId="{15364422-0104-473F-AD15-480204A7C657}" destId="{2F420399-95A1-4198-8DA3-455413E33C7F}" srcOrd="5" destOrd="0" presId="urn:microsoft.com/office/officeart/2008/layout/LinedList"/>
    <dgm:cxn modelId="{1F7BE3FC-D2ED-4CEC-80CB-B37F60BA7290}" type="presParOf" srcId="{2F420399-95A1-4198-8DA3-455413E33C7F}" destId="{F2008E4A-1472-45EA-B6DD-725B69737FD9}" srcOrd="0" destOrd="0" presId="urn:microsoft.com/office/officeart/2008/layout/LinedList"/>
    <dgm:cxn modelId="{04B200AB-4BCB-4A1F-8325-880261697365}" type="presParOf" srcId="{2F420399-95A1-4198-8DA3-455413E33C7F}" destId="{96C619AB-7C68-4233-85F0-D350BDA1F0FE}" srcOrd="1" destOrd="0" presId="urn:microsoft.com/office/officeart/2008/layout/LinedList"/>
    <dgm:cxn modelId="{88CB4B46-79AD-4CA6-9AEE-BEAA22FFA3C9}" type="presParOf" srcId="{15364422-0104-473F-AD15-480204A7C657}" destId="{539F4118-66AD-4C6D-A561-2DB4B6999BA1}" srcOrd="6" destOrd="0" presId="urn:microsoft.com/office/officeart/2008/layout/LinedList"/>
    <dgm:cxn modelId="{85A0E380-E063-4EB3-A4B6-5C6533270DF6}" type="presParOf" srcId="{15364422-0104-473F-AD15-480204A7C657}" destId="{8B4294C1-17D3-45C3-84BD-3E4818BEBC9D}" srcOrd="7" destOrd="0" presId="urn:microsoft.com/office/officeart/2008/layout/LinedList"/>
    <dgm:cxn modelId="{BF371A94-15A8-433B-A0D6-29668FA3DDC2}" type="presParOf" srcId="{8B4294C1-17D3-45C3-84BD-3E4818BEBC9D}" destId="{423AAB2B-4C4A-47B3-8A1C-9B15C2D3A1D1}" srcOrd="0" destOrd="0" presId="urn:microsoft.com/office/officeart/2008/layout/LinedList"/>
    <dgm:cxn modelId="{E0DC8722-5FBB-46CF-A1A3-BF1979DABE69}" type="presParOf" srcId="{8B4294C1-17D3-45C3-84BD-3E4818BEBC9D}" destId="{8DBC2F41-97F8-4BF4-8B95-0D4BFC4DD8D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C01575D-0B5F-4903-91DE-AF2CFD776AE8}" type="doc">
      <dgm:prSet loTypeId="urn:microsoft.com/office/officeart/2016/7/layout/BasicTimeline" loCatId="process" qsTypeId="urn:microsoft.com/office/officeart/2005/8/quickstyle/simple1" qsCatId="simple" csTypeId="urn:microsoft.com/office/officeart/2005/8/colors/accent4_2" csCatId="accent4" phldr="1"/>
      <dgm:spPr/>
      <dgm:t>
        <a:bodyPr/>
        <a:lstStyle/>
        <a:p>
          <a:endParaRPr lang="en-US"/>
        </a:p>
      </dgm:t>
    </dgm:pt>
    <dgm:pt modelId="{DE1FF671-9F4E-4DFD-8CDD-01F57DB3267A}">
      <dgm:prSet/>
      <dgm:spPr/>
      <dgm:t>
        <a:bodyPr/>
        <a:lstStyle/>
        <a:p>
          <a:pPr>
            <a:defRPr b="1"/>
          </a:pPr>
          <a:r>
            <a:rPr lang="en-US" b="1">
              <a:solidFill>
                <a:schemeClr val="tx1"/>
              </a:solidFill>
            </a:rPr>
            <a:t>1 Oct. 24</a:t>
          </a:r>
        </a:p>
      </dgm:t>
    </dgm:pt>
    <dgm:pt modelId="{2522CE3A-1F3F-4D35-B6A0-F20CDA4AAA29}" type="parTrans" cxnId="{A3FB59DF-68B4-4CC2-9E53-7E90E072E4CF}">
      <dgm:prSet/>
      <dgm:spPr/>
      <dgm:t>
        <a:bodyPr/>
        <a:lstStyle/>
        <a:p>
          <a:endParaRPr lang="en-US"/>
        </a:p>
      </dgm:t>
    </dgm:pt>
    <dgm:pt modelId="{1C172A73-2259-44D2-BF31-02DADC023963}" type="sibTrans" cxnId="{A3FB59DF-68B4-4CC2-9E53-7E90E072E4CF}">
      <dgm:prSet/>
      <dgm:spPr/>
      <dgm:t>
        <a:bodyPr/>
        <a:lstStyle/>
        <a:p>
          <a:endParaRPr lang="en-US"/>
        </a:p>
      </dgm:t>
    </dgm:pt>
    <dgm:pt modelId="{C0D2CDCA-E249-4754-83BF-47A751CEEA37}">
      <dgm:prSet/>
      <dgm:spPr/>
      <dgm:t>
        <a:bodyPr/>
        <a:lstStyle/>
        <a:p>
          <a:r>
            <a:rPr lang="en-US" b="1">
              <a:solidFill>
                <a:schemeClr val="tx1"/>
              </a:solidFill>
            </a:rPr>
            <a:t>Global Antiques Ltd. in London receives a shipment of decorative vases.</a:t>
          </a:r>
        </a:p>
      </dgm:t>
    </dgm:pt>
    <dgm:pt modelId="{D91E025F-DA68-46D4-B963-933DDA2849BE}" type="parTrans" cxnId="{5A413FE1-322B-42E8-AACC-6C574756E9E4}">
      <dgm:prSet/>
      <dgm:spPr/>
      <dgm:t>
        <a:bodyPr/>
        <a:lstStyle/>
        <a:p>
          <a:endParaRPr lang="en-US"/>
        </a:p>
      </dgm:t>
    </dgm:pt>
    <dgm:pt modelId="{094C5EF4-C73D-4187-BF9E-00CAF7BD3DA7}" type="sibTrans" cxnId="{5A413FE1-322B-42E8-AACC-6C574756E9E4}">
      <dgm:prSet/>
      <dgm:spPr/>
      <dgm:t>
        <a:bodyPr/>
        <a:lstStyle/>
        <a:p>
          <a:endParaRPr lang="en-US"/>
        </a:p>
      </dgm:t>
    </dgm:pt>
    <dgm:pt modelId="{794AEE85-E59E-47B6-B6CB-78FE2CF785E4}">
      <dgm:prSet/>
      <dgm:spPr/>
      <dgm:t>
        <a:bodyPr/>
        <a:lstStyle/>
        <a:p>
          <a:pPr>
            <a:defRPr b="1"/>
          </a:pPr>
          <a:r>
            <a:rPr lang="en-US" b="1">
              <a:solidFill>
                <a:schemeClr val="tx1"/>
              </a:solidFill>
            </a:rPr>
            <a:t>22 Jan. 24</a:t>
          </a:r>
        </a:p>
      </dgm:t>
    </dgm:pt>
    <dgm:pt modelId="{14912AF8-2A94-4625-9761-265007D5F082}" type="parTrans" cxnId="{50FC902E-1BA5-415B-8C10-5429B9F3E9AB}">
      <dgm:prSet/>
      <dgm:spPr/>
      <dgm:t>
        <a:bodyPr/>
        <a:lstStyle/>
        <a:p>
          <a:endParaRPr lang="en-US"/>
        </a:p>
      </dgm:t>
    </dgm:pt>
    <dgm:pt modelId="{3468F007-044E-4276-80B2-FF83C361FB87}" type="sibTrans" cxnId="{50FC902E-1BA5-415B-8C10-5429B9F3E9AB}">
      <dgm:prSet/>
      <dgm:spPr/>
      <dgm:t>
        <a:bodyPr/>
        <a:lstStyle/>
        <a:p>
          <a:endParaRPr lang="en-US"/>
        </a:p>
      </dgm:t>
    </dgm:pt>
    <dgm:pt modelId="{BCA18723-C127-47DC-9B72-8B90BAEB40C9}">
      <dgm:prSet/>
      <dgm:spPr/>
      <dgm:t>
        <a:bodyPr/>
        <a:lstStyle/>
        <a:p>
          <a:r>
            <a:rPr lang="en-US" b="1">
              <a:solidFill>
                <a:schemeClr val="tx1"/>
              </a:solidFill>
            </a:rPr>
            <a:t>Heritage Traders (Tokyo) receives a shipment of historic sculptures valued at $120,000.</a:t>
          </a:r>
        </a:p>
      </dgm:t>
    </dgm:pt>
    <dgm:pt modelId="{5BF2B7FB-FACC-4B9B-849E-973848240A49}" type="parTrans" cxnId="{F32004FB-F0C9-46CE-9CD4-622698446FB0}">
      <dgm:prSet/>
      <dgm:spPr/>
      <dgm:t>
        <a:bodyPr/>
        <a:lstStyle/>
        <a:p>
          <a:endParaRPr lang="en-US"/>
        </a:p>
      </dgm:t>
    </dgm:pt>
    <dgm:pt modelId="{1E890E4C-BFBD-4533-B436-C1851A307645}" type="sibTrans" cxnId="{F32004FB-F0C9-46CE-9CD4-622698446FB0}">
      <dgm:prSet/>
      <dgm:spPr/>
      <dgm:t>
        <a:bodyPr/>
        <a:lstStyle/>
        <a:p>
          <a:endParaRPr lang="en-US"/>
        </a:p>
      </dgm:t>
    </dgm:pt>
    <dgm:pt modelId="{CCD0EF87-8B66-4C5B-AA77-C48B6CCA183A}">
      <dgm:prSet/>
      <dgm:spPr/>
      <dgm:t>
        <a:bodyPr/>
        <a:lstStyle/>
        <a:p>
          <a:pPr>
            <a:defRPr b="1"/>
          </a:pPr>
          <a:r>
            <a:rPr lang="en-US" b="1">
              <a:solidFill>
                <a:schemeClr val="tx1"/>
              </a:solidFill>
            </a:rPr>
            <a:t>2 May 24</a:t>
          </a:r>
        </a:p>
      </dgm:t>
    </dgm:pt>
    <dgm:pt modelId="{45CF966C-671C-45AD-8D23-C6C88212EC75}" type="parTrans" cxnId="{2A289254-83FF-4C56-84B4-01E70101A623}">
      <dgm:prSet/>
      <dgm:spPr/>
      <dgm:t>
        <a:bodyPr/>
        <a:lstStyle/>
        <a:p>
          <a:endParaRPr lang="en-US"/>
        </a:p>
      </dgm:t>
    </dgm:pt>
    <dgm:pt modelId="{14ADFD5D-DE42-4339-87DC-45F50A71F741}" type="sibTrans" cxnId="{2A289254-83FF-4C56-84B4-01E70101A623}">
      <dgm:prSet/>
      <dgm:spPr/>
      <dgm:t>
        <a:bodyPr/>
        <a:lstStyle/>
        <a:p>
          <a:endParaRPr lang="en-US"/>
        </a:p>
      </dgm:t>
    </dgm:pt>
    <dgm:pt modelId="{9C7F999C-575F-4609-A93C-F1FB553A6CCC}">
      <dgm:prSet/>
      <dgm:spPr/>
      <dgm:t>
        <a:bodyPr/>
        <a:lstStyle/>
        <a:p>
          <a:r>
            <a:rPr lang="en-US" b="1">
              <a:solidFill>
                <a:schemeClr val="tx1"/>
              </a:solidFill>
            </a:rPr>
            <a:t>Kenway emails unknowncontact@tuta.io confirming "shipment pieces are in transit" and the route is clear.</a:t>
          </a:r>
        </a:p>
      </dgm:t>
    </dgm:pt>
    <dgm:pt modelId="{7159DCA0-4774-47E1-A95F-A428FE9C4FF4}" type="parTrans" cxnId="{DC7B1E96-BD36-462C-80E4-6029415B48CC}">
      <dgm:prSet/>
      <dgm:spPr/>
      <dgm:t>
        <a:bodyPr/>
        <a:lstStyle/>
        <a:p>
          <a:endParaRPr lang="en-US"/>
        </a:p>
      </dgm:t>
    </dgm:pt>
    <dgm:pt modelId="{30B8BFC7-C0CB-4471-A0DD-F68C9CA6E632}" type="sibTrans" cxnId="{DC7B1E96-BD36-462C-80E4-6029415B48CC}">
      <dgm:prSet/>
      <dgm:spPr/>
      <dgm:t>
        <a:bodyPr/>
        <a:lstStyle/>
        <a:p>
          <a:endParaRPr lang="en-US"/>
        </a:p>
      </dgm:t>
    </dgm:pt>
    <dgm:pt modelId="{E953F9C8-EB3E-411B-8ACD-251FAED1FA1F}">
      <dgm:prSet/>
      <dgm:spPr/>
      <dgm:t>
        <a:bodyPr/>
        <a:lstStyle/>
        <a:p>
          <a:pPr>
            <a:defRPr b="1"/>
          </a:pPr>
          <a:r>
            <a:rPr lang="en-US" b="1">
              <a:solidFill>
                <a:schemeClr val="tx1"/>
              </a:solidFill>
            </a:rPr>
            <a:t>2 Aug. 24</a:t>
          </a:r>
        </a:p>
      </dgm:t>
    </dgm:pt>
    <dgm:pt modelId="{90CE2266-B982-46C3-8ADE-FD64CC39A49A}" type="parTrans" cxnId="{DAC7D6F1-B116-4211-AC2B-69A71A48E955}">
      <dgm:prSet/>
      <dgm:spPr/>
      <dgm:t>
        <a:bodyPr/>
        <a:lstStyle/>
        <a:p>
          <a:endParaRPr lang="en-US"/>
        </a:p>
      </dgm:t>
    </dgm:pt>
    <dgm:pt modelId="{C42F7CE5-8042-4242-8883-F3F695426723}" type="sibTrans" cxnId="{DAC7D6F1-B116-4211-AC2B-69A71A48E955}">
      <dgm:prSet/>
      <dgm:spPr/>
      <dgm:t>
        <a:bodyPr/>
        <a:lstStyle/>
        <a:p>
          <a:endParaRPr lang="en-US"/>
        </a:p>
      </dgm:t>
    </dgm:pt>
    <dgm:pt modelId="{50ACCE80-EC0B-4E93-AB53-7DD5AD0EFAC6}">
      <dgm:prSet/>
      <dgm:spPr/>
      <dgm:t>
        <a:bodyPr/>
        <a:lstStyle/>
        <a:p>
          <a:r>
            <a:rPr lang="en-US" b="1">
              <a:solidFill>
                <a:schemeClr val="tx1"/>
              </a:solidFill>
            </a:rPr>
            <a:t>Kenway receives a reply from unknownbuyer770@tuta.io expressing concern about the price and requesting it be adjusted “closer to 1.2”.</a:t>
          </a:r>
        </a:p>
      </dgm:t>
    </dgm:pt>
    <dgm:pt modelId="{8C2F00B0-F7FB-4F01-BB16-9D454EC7EEB1}" type="parTrans" cxnId="{AAA74147-9A99-4F26-BBC1-FEC1AD33ECE4}">
      <dgm:prSet/>
      <dgm:spPr/>
      <dgm:t>
        <a:bodyPr/>
        <a:lstStyle/>
        <a:p>
          <a:endParaRPr lang="en-US"/>
        </a:p>
      </dgm:t>
    </dgm:pt>
    <dgm:pt modelId="{7FC8CEA7-1B3D-49A9-9D37-30F0015E3A08}" type="sibTrans" cxnId="{AAA74147-9A99-4F26-BBC1-FEC1AD33ECE4}">
      <dgm:prSet/>
      <dgm:spPr/>
      <dgm:t>
        <a:bodyPr/>
        <a:lstStyle/>
        <a:p>
          <a:endParaRPr lang="en-US"/>
        </a:p>
      </dgm:t>
    </dgm:pt>
    <dgm:pt modelId="{387D37C6-7A51-4B27-B42C-A3A817B8436C}">
      <dgm:prSet/>
      <dgm:spPr/>
      <dgm:t>
        <a:bodyPr/>
        <a:lstStyle/>
        <a:p>
          <a:pPr>
            <a:defRPr b="1"/>
          </a:pPr>
          <a:r>
            <a:rPr lang="en-US" b="1">
              <a:solidFill>
                <a:schemeClr val="tx1"/>
              </a:solidFill>
            </a:rPr>
            <a:t>2 Dec. 24</a:t>
          </a:r>
        </a:p>
      </dgm:t>
    </dgm:pt>
    <dgm:pt modelId="{82E92DA7-EDC1-4AB9-9756-6CC58831DFD0}" type="parTrans" cxnId="{B0208BF5-6251-484D-B949-B9CF52EA991F}">
      <dgm:prSet/>
      <dgm:spPr/>
      <dgm:t>
        <a:bodyPr/>
        <a:lstStyle/>
        <a:p>
          <a:endParaRPr lang="en-US"/>
        </a:p>
      </dgm:t>
    </dgm:pt>
    <dgm:pt modelId="{33060C01-2D5D-46DC-BDB2-C929C202FC50}" type="sibTrans" cxnId="{B0208BF5-6251-484D-B949-B9CF52EA991F}">
      <dgm:prSet/>
      <dgm:spPr/>
      <dgm:t>
        <a:bodyPr/>
        <a:lstStyle/>
        <a:p>
          <a:endParaRPr lang="en-US"/>
        </a:p>
      </dgm:t>
    </dgm:pt>
    <dgm:pt modelId="{2F78FFB8-E94A-4AF3-A767-37DB0B3DDC46}">
      <dgm:prSet/>
      <dgm:spPr/>
      <dgm:t>
        <a:bodyPr/>
        <a:lstStyle/>
        <a:p>
          <a:r>
            <a:rPr lang="en-US" b="1">
              <a:solidFill>
                <a:schemeClr val="tx1"/>
              </a:solidFill>
            </a:rPr>
            <a:t>Kenway emails fieldagent@securemail.com requesting updates on items from Luxor. Emphasizes discretion and notes the find might be “something truly special.”</a:t>
          </a:r>
        </a:p>
      </dgm:t>
    </dgm:pt>
    <dgm:pt modelId="{878DE0E4-D466-4EC8-8931-18B2DB36760D}" type="parTrans" cxnId="{883B43D8-ED38-481F-AFE5-0EDBD4224770}">
      <dgm:prSet/>
      <dgm:spPr/>
      <dgm:t>
        <a:bodyPr/>
        <a:lstStyle/>
        <a:p>
          <a:endParaRPr lang="en-US"/>
        </a:p>
      </dgm:t>
    </dgm:pt>
    <dgm:pt modelId="{00116624-9E61-41AD-ABE9-CA1AF37D3C95}" type="sibTrans" cxnId="{883B43D8-ED38-481F-AFE5-0EDBD4224770}">
      <dgm:prSet/>
      <dgm:spPr/>
      <dgm:t>
        <a:bodyPr/>
        <a:lstStyle/>
        <a:p>
          <a:endParaRPr lang="en-US"/>
        </a:p>
      </dgm:t>
    </dgm:pt>
    <dgm:pt modelId="{EB0A6D9A-558A-4870-B91E-CD56195586A2}">
      <dgm:prSet/>
      <dgm:spPr/>
      <dgm:t>
        <a:bodyPr/>
        <a:lstStyle/>
        <a:p>
          <a:pPr>
            <a:defRPr b="1"/>
          </a:pPr>
          <a:r>
            <a:rPr lang="en-US" b="1">
              <a:solidFill>
                <a:schemeClr val="tx1"/>
              </a:solidFill>
            </a:rPr>
            <a:t>15 Mar. 24</a:t>
          </a:r>
        </a:p>
      </dgm:t>
    </dgm:pt>
    <dgm:pt modelId="{BBC23D2F-3E01-4BF2-85C2-9AEAA67B5753}" type="parTrans" cxnId="{43EF99FC-8085-4F41-8255-49F4079A58F6}">
      <dgm:prSet/>
      <dgm:spPr/>
      <dgm:t>
        <a:bodyPr/>
        <a:lstStyle/>
        <a:p>
          <a:endParaRPr lang="en-US"/>
        </a:p>
      </dgm:t>
    </dgm:pt>
    <dgm:pt modelId="{8AC67694-EED4-4327-9CA9-6937753347F0}" type="sibTrans" cxnId="{43EF99FC-8085-4F41-8255-49F4079A58F6}">
      <dgm:prSet/>
      <dgm:spPr/>
      <dgm:t>
        <a:bodyPr/>
        <a:lstStyle/>
        <a:p>
          <a:endParaRPr lang="en-US"/>
        </a:p>
      </dgm:t>
    </dgm:pt>
    <dgm:pt modelId="{8BADF7DB-8CA1-4564-BC32-AA99F083BB3E}">
      <dgm:prSet/>
      <dgm:spPr/>
      <dgm:t>
        <a:bodyPr/>
        <a:lstStyle/>
        <a:p>
          <a:r>
            <a:rPr lang="en-US" b="1">
              <a:solidFill>
                <a:schemeClr val="tx1"/>
              </a:solidFill>
            </a:rPr>
            <a:t>Shipment of medieval artifacts valued at $102,000 sent to Cultural Treasures Ltd. in Paris.</a:t>
          </a:r>
        </a:p>
      </dgm:t>
    </dgm:pt>
    <dgm:pt modelId="{6DF3BD76-AB78-4801-B795-407F3F8F778D}" type="parTrans" cxnId="{744B1707-8D01-4EAD-9925-B75951097A7E}">
      <dgm:prSet/>
      <dgm:spPr/>
      <dgm:t>
        <a:bodyPr/>
        <a:lstStyle/>
        <a:p>
          <a:endParaRPr lang="en-US"/>
        </a:p>
      </dgm:t>
    </dgm:pt>
    <dgm:pt modelId="{1F33EB7B-2A70-4898-AA64-D0DCB7807B3C}" type="sibTrans" cxnId="{744B1707-8D01-4EAD-9925-B75951097A7E}">
      <dgm:prSet/>
      <dgm:spPr/>
      <dgm:t>
        <a:bodyPr/>
        <a:lstStyle/>
        <a:p>
          <a:endParaRPr lang="en-US"/>
        </a:p>
      </dgm:t>
    </dgm:pt>
    <dgm:pt modelId="{D3C04181-7896-40CA-8FD0-3C78B075F4B0}">
      <dgm:prSet/>
      <dgm:spPr/>
      <dgm:t>
        <a:bodyPr/>
        <a:lstStyle/>
        <a:p>
          <a:pPr>
            <a:defRPr b="1"/>
          </a:pPr>
          <a:r>
            <a:rPr lang="en-US" b="1">
              <a:solidFill>
                <a:schemeClr val="tx1"/>
              </a:solidFill>
            </a:rPr>
            <a:t>28 Mar. 24</a:t>
          </a:r>
        </a:p>
      </dgm:t>
    </dgm:pt>
    <dgm:pt modelId="{B9FC35B8-0641-4988-B5B3-0B97A5D43C11}" type="parTrans" cxnId="{0F9E87CC-4FC9-49FC-AAE7-08AFEAE27983}">
      <dgm:prSet/>
      <dgm:spPr/>
      <dgm:t>
        <a:bodyPr/>
        <a:lstStyle/>
        <a:p>
          <a:endParaRPr lang="en-US"/>
        </a:p>
      </dgm:t>
    </dgm:pt>
    <dgm:pt modelId="{35A5BB72-71BD-4372-A19A-07B12B266208}" type="sibTrans" cxnId="{0F9E87CC-4FC9-49FC-AAE7-08AFEAE27983}">
      <dgm:prSet/>
      <dgm:spPr/>
      <dgm:t>
        <a:bodyPr/>
        <a:lstStyle/>
        <a:p>
          <a:endParaRPr lang="en-US"/>
        </a:p>
      </dgm:t>
    </dgm:pt>
    <dgm:pt modelId="{1E7E1747-86FB-4E66-AD8F-17609BBB1B10}">
      <dgm:prSet/>
      <dgm:spPr/>
      <dgm:t>
        <a:bodyPr/>
        <a:lstStyle/>
        <a:p>
          <a:r>
            <a:rPr lang="en-US" b="1">
              <a:solidFill>
                <a:schemeClr val="tx1"/>
              </a:solidFill>
            </a:rPr>
            <a:t>Kenway's company logs a $35,000 legal consultation expense.</a:t>
          </a:r>
        </a:p>
      </dgm:t>
    </dgm:pt>
    <dgm:pt modelId="{33B21BE4-616F-4A21-87AD-083F89D34C8E}" type="parTrans" cxnId="{9E09E178-A189-4714-ABA1-1824300712CA}">
      <dgm:prSet/>
      <dgm:spPr/>
      <dgm:t>
        <a:bodyPr/>
        <a:lstStyle/>
        <a:p>
          <a:endParaRPr lang="en-US"/>
        </a:p>
      </dgm:t>
    </dgm:pt>
    <dgm:pt modelId="{77FF54F3-CFCF-4239-9FB1-087253654EEB}" type="sibTrans" cxnId="{9E09E178-A189-4714-ABA1-1824300712CA}">
      <dgm:prSet/>
      <dgm:spPr/>
      <dgm:t>
        <a:bodyPr/>
        <a:lstStyle/>
        <a:p>
          <a:endParaRPr lang="en-US"/>
        </a:p>
      </dgm:t>
    </dgm:pt>
    <dgm:pt modelId="{C5C1F098-E299-4675-A3EB-4E73628A2E58}">
      <dgm:prSet/>
      <dgm:spPr/>
      <dgm:t>
        <a:bodyPr/>
        <a:lstStyle/>
        <a:p>
          <a:pPr>
            <a:defRPr b="1"/>
          </a:pPr>
          <a:r>
            <a:rPr lang="en-US" b="1">
              <a:solidFill>
                <a:schemeClr val="tx1"/>
              </a:solidFill>
            </a:rPr>
            <a:t>4 Oct. 24</a:t>
          </a:r>
        </a:p>
      </dgm:t>
    </dgm:pt>
    <dgm:pt modelId="{4AB32CC3-91DA-4FF6-841B-92B9C64B308F}" type="parTrans" cxnId="{E2CCC129-14C1-46C2-9D91-8CEE9BF4DAD3}">
      <dgm:prSet/>
      <dgm:spPr/>
      <dgm:t>
        <a:bodyPr/>
        <a:lstStyle/>
        <a:p>
          <a:endParaRPr lang="en-US"/>
        </a:p>
      </dgm:t>
    </dgm:pt>
    <dgm:pt modelId="{B420E87C-DEC7-46EC-B7D0-D19436411250}" type="sibTrans" cxnId="{E2CCC129-14C1-46C2-9D91-8CEE9BF4DAD3}">
      <dgm:prSet/>
      <dgm:spPr/>
      <dgm:t>
        <a:bodyPr/>
        <a:lstStyle/>
        <a:p>
          <a:endParaRPr lang="en-US"/>
        </a:p>
      </dgm:t>
    </dgm:pt>
    <dgm:pt modelId="{F6071BC4-DBC1-4D76-882C-795729D402FF}">
      <dgm:prSet/>
      <dgm:spPr/>
      <dgm:t>
        <a:bodyPr/>
        <a:lstStyle/>
        <a:p>
          <a:r>
            <a:rPr lang="en-US" b="1">
              <a:solidFill>
                <a:schemeClr val="tx1"/>
              </a:solidFill>
            </a:rPr>
            <a:t>Ancient Wonders LLC (Dubai) receives a shipment labeled “Persian rugs” worth $145,000.</a:t>
          </a:r>
        </a:p>
      </dgm:t>
    </dgm:pt>
    <dgm:pt modelId="{D3F04CAF-60B9-48F7-AFBF-3BD360C790A3}" type="parTrans" cxnId="{1021FD3E-0E78-427D-8B48-54EE7C21EDA5}">
      <dgm:prSet/>
      <dgm:spPr/>
      <dgm:t>
        <a:bodyPr/>
        <a:lstStyle/>
        <a:p>
          <a:endParaRPr lang="en-US"/>
        </a:p>
      </dgm:t>
    </dgm:pt>
    <dgm:pt modelId="{825A8DB6-7DAA-425B-B982-BB936995FC6F}" type="sibTrans" cxnId="{1021FD3E-0E78-427D-8B48-54EE7C21EDA5}">
      <dgm:prSet/>
      <dgm:spPr/>
      <dgm:t>
        <a:bodyPr/>
        <a:lstStyle/>
        <a:p>
          <a:endParaRPr lang="en-US"/>
        </a:p>
      </dgm:t>
    </dgm:pt>
    <dgm:pt modelId="{19465A9A-C5D4-4E83-8FD8-AF90F2F3833A}">
      <dgm:prSet/>
      <dgm:spPr/>
      <dgm:t>
        <a:bodyPr/>
        <a:lstStyle/>
        <a:p>
          <a:pPr>
            <a:defRPr b="1"/>
          </a:pPr>
          <a:r>
            <a:rPr lang="en-US" b="1">
              <a:solidFill>
                <a:schemeClr val="tx1"/>
              </a:solidFill>
            </a:rPr>
            <a:t>15 Apr. 24</a:t>
          </a:r>
        </a:p>
      </dgm:t>
    </dgm:pt>
    <dgm:pt modelId="{6174E7E4-0608-450F-A8D6-7C86829129FF}" type="parTrans" cxnId="{C05358F6-DC7D-4BC6-9B2D-3EA49875D963}">
      <dgm:prSet/>
      <dgm:spPr/>
      <dgm:t>
        <a:bodyPr/>
        <a:lstStyle/>
        <a:p>
          <a:endParaRPr lang="en-US"/>
        </a:p>
      </dgm:t>
    </dgm:pt>
    <dgm:pt modelId="{C6ED7875-524D-4593-B020-A9C3BFC29115}" type="sibTrans" cxnId="{C05358F6-DC7D-4BC6-9B2D-3EA49875D963}">
      <dgm:prSet/>
      <dgm:spPr/>
      <dgm:t>
        <a:bodyPr/>
        <a:lstStyle/>
        <a:p>
          <a:endParaRPr lang="en-US"/>
        </a:p>
      </dgm:t>
    </dgm:pt>
    <dgm:pt modelId="{24E5B7AA-5D6E-4254-B043-6802741B641E}">
      <dgm:prSet/>
      <dgm:spPr/>
      <dgm:t>
        <a:bodyPr/>
        <a:lstStyle/>
        <a:p>
          <a:r>
            <a:rPr lang="en-US" b="1">
              <a:solidFill>
                <a:schemeClr val="tx1"/>
              </a:solidFill>
            </a:rPr>
            <a:t>Files extracted from the disk include cryptocurrency wallets and private keys:</a:t>
          </a:r>
        </a:p>
      </dgm:t>
    </dgm:pt>
    <dgm:pt modelId="{4D573C0D-23CC-4DB6-9044-3A62B02BDEDC}" type="parTrans" cxnId="{D1F813EC-5BC1-49D5-BA1C-146658DE05EC}">
      <dgm:prSet/>
      <dgm:spPr/>
      <dgm:t>
        <a:bodyPr/>
        <a:lstStyle/>
        <a:p>
          <a:endParaRPr lang="en-US"/>
        </a:p>
      </dgm:t>
    </dgm:pt>
    <dgm:pt modelId="{F70B3C0A-CC49-40D0-89FF-E3EBD74FE754}" type="sibTrans" cxnId="{D1F813EC-5BC1-49D5-BA1C-146658DE05EC}">
      <dgm:prSet/>
      <dgm:spPr/>
      <dgm:t>
        <a:bodyPr/>
        <a:lstStyle/>
        <a:p>
          <a:endParaRPr lang="en-US"/>
        </a:p>
      </dgm:t>
    </dgm:pt>
    <dgm:pt modelId="{CB0B5211-7273-4FC9-A0AB-A4B5C71EC7E6}">
      <dgm:prSet/>
      <dgm:spPr/>
      <dgm:t>
        <a:bodyPr/>
        <a:lstStyle/>
        <a:p>
          <a:r>
            <a:rPr lang="en-US" b="1">
              <a:solidFill>
                <a:schemeClr val="tx1"/>
              </a:solidFill>
            </a:rPr>
            <a:t>45 BTC</a:t>
          </a:r>
        </a:p>
      </dgm:t>
    </dgm:pt>
    <dgm:pt modelId="{2C226B94-AB96-45EB-A279-8D3E8252D41A}" type="parTrans" cxnId="{CD4003D2-076F-4E8F-9B66-31EF044E50D5}">
      <dgm:prSet/>
      <dgm:spPr/>
      <dgm:t>
        <a:bodyPr/>
        <a:lstStyle/>
        <a:p>
          <a:endParaRPr lang="en-US"/>
        </a:p>
      </dgm:t>
    </dgm:pt>
    <dgm:pt modelId="{0765D5B9-C942-4AD1-9B71-D95444A34A7D}" type="sibTrans" cxnId="{CD4003D2-076F-4E8F-9B66-31EF044E50D5}">
      <dgm:prSet/>
      <dgm:spPr/>
      <dgm:t>
        <a:bodyPr/>
        <a:lstStyle/>
        <a:p>
          <a:endParaRPr lang="en-US"/>
        </a:p>
      </dgm:t>
    </dgm:pt>
    <dgm:pt modelId="{BBF75B32-62CF-47E2-8495-DCAE7886A443}">
      <dgm:prSet/>
      <dgm:spPr/>
      <dgm:t>
        <a:bodyPr/>
        <a:lstStyle/>
        <a:p>
          <a:r>
            <a:rPr lang="en-US" b="1">
              <a:solidFill>
                <a:schemeClr val="tx1"/>
              </a:solidFill>
            </a:rPr>
            <a:t>5,000 XMR</a:t>
          </a:r>
        </a:p>
      </dgm:t>
    </dgm:pt>
    <dgm:pt modelId="{9484AB4C-2122-4DB4-8B06-18D8E660EC24}" type="parTrans" cxnId="{617DB43C-E349-4727-9502-C2114AE1F994}">
      <dgm:prSet/>
      <dgm:spPr/>
      <dgm:t>
        <a:bodyPr/>
        <a:lstStyle/>
        <a:p>
          <a:endParaRPr lang="en-US"/>
        </a:p>
      </dgm:t>
    </dgm:pt>
    <dgm:pt modelId="{7B47D0F7-2C2E-409E-81B9-B67F9FF92AFD}" type="sibTrans" cxnId="{617DB43C-E349-4727-9502-C2114AE1F994}">
      <dgm:prSet/>
      <dgm:spPr/>
      <dgm:t>
        <a:bodyPr/>
        <a:lstStyle/>
        <a:p>
          <a:endParaRPr lang="en-US"/>
        </a:p>
      </dgm:t>
    </dgm:pt>
    <dgm:pt modelId="{AE726DFC-91BD-40BD-9CBB-C3932599384C}">
      <dgm:prSet/>
      <dgm:spPr/>
      <dgm:t>
        <a:bodyPr/>
        <a:lstStyle/>
        <a:p>
          <a:r>
            <a:rPr lang="en-US" b="1">
              <a:solidFill>
                <a:schemeClr val="tx1"/>
              </a:solidFill>
            </a:rPr>
            <a:t>220 ETH</a:t>
          </a:r>
        </a:p>
      </dgm:t>
    </dgm:pt>
    <dgm:pt modelId="{9B73BBA8-F598-44DF-A4E5-E588C9C7EF29}" type="parTrans" cxnId="{921FD770-8B57-48A9-826D-62FAFD68F48F}">
      <dgm:prSet/>
      <dgm:spPr/>
      <dgm:t>
        <a:bodyPr/>
        <a:lstStyle/>
        <a:p>
          <a:endParaRPr lang="en-US"/>
        </a:p>
      </dgm:t>
    </dgm:pt>
    <dgm:pt modelId="{6F60C19A-8D17-448C-88BE-02FE31DB3E11}" type="sibTrans" cxnId="{921FD770-8B57-48A9-826D-62FAFD68F48F}">
      <dgm:prSet/>
      <dgm:spPr/>
      <dgm:t>
        <a:bodyPr/>
        <a:lstStyle/>
        <a:p>
          <a:endParaRPr lang="en-US"/>
        </a:p>
      </dgm:t>
    </dgm:pt>
    <dgm:pt modelId="{C10EC28F-B54A-443B-B61F-7DF6A2650977}">
      <dgm:prSet/>
      <dgm:spPr/>
      <dgm:t>
        <a:bodyPr/>
        <a:lstStyle/>
        <a:p>
          <a:r>
            <a:rPr lang="en-US" b="1">
              <a:solidFill>
                <a:schemeClr val="tx1"/>
              </a:solidFill>
            </a:rPr>
            <a:t>1.5 million USDT</a:t>
          </a:r>
        </a:p>
      </dgm:t>
    </dgm:pt>
    <dgm:pt modelId="{5A3F30F3-5E23-4010-90D1-05EAEF2F108E}" type="parTrans" cxnId="{54E2D790-100D-456A-9EC5-DAED734E7CD5}">
      <dgm:prSet/>
      <dgm:spPr/>
      <dgm:t>
        <a:bodyPr/>
        <a:lstStyle/>
        <a:p>
          <a:endParaRPr lang="en-US"/>
        </a:p>
      </dgm:t>
    </dgm:pt>
    <dgm:pt modelId="{83DB3E7E-42FC-46B4-A42B-C8F357FC6ECC}" type="sibTrans" cxnId="{54E2D790-100D-456A-9EC5-DAED734E7CD5}">
      <dgm:prSet/>
      <dgm:spPr/>
      <dgm:t>
        <a:bodyPr/>
        <a:lstStyle/>
        <a:p>
          <a:endParaRPr lang="en-US"/>
        </a:p>
      </dgm:t>
    </dgm:pt>
    <dgm:pt modelId="{87BC34D8-D42C-486E-9E62-0EE0C2323272}">
      <dgm:prSet/>
      <dgm:spPr/>
      <dgm:t>
        <a:bodyPr/>
        <a:lstStyle/>
        <a:p>
          <a:pPr>
            <a:defRPr b="1"/>
          </a:pPr>
          <a:r>
            <a:rPr lang="en-US" b="1">
              <a:solidFill>
                <a:schemeClr val="tx1"/>
              </a:solidFill>
            </a:rPr>
            <a:t>30 Apr. 24</a:t>
          </a:r>
        </a:p>
      </dgm:t>
    </dgm:pt>
    <dgm:pt modelId="{63CA28D9-E72B-42D8-B842-BD032E205B82}" type="parTrans" cxnId="{079796B4-F4A0-4CDE-921D-875A71959F1F}">
      <dgm:prSet/>
      <dgm:spPr/>
      <dgm:t>
        <a:bodyPr/>
        <a:lstStyle/>
        <a:p>
          <a:endParaRPr lang="en-US"/>
        </a:p>
      </dgm:t>
    </dgm:pt>
    <dgm:pt modelId="{334DAADF-5C2F-4D38-8072-0E39B0E016A5}" type="sibTrans" cxnId="{079796B4-F4A0-4CDE-921D-875A71959F1F}">
      <dgm:prSet/>
      <dgm:spPr/>
      <dgm:t>
        <a:bodyPr/>
        <a:lstStyle/>
        <a:p>
          <a:endParaRPr lang="en-US"/>
        </a:p>
      </dgm:t>
    </dgm:pt>
    <dgm:pt modelId="{F9758250-8EBD-46B1-B415-48A1130210FC}">
      <dgm:prSet/>
      <dgm:spPr/>
      <dgm:t>
        <a:bodyPr/>
        <a:lstStyle/>
        <a:p>
          <a:r>
            <a:rPr lang="en-US" b="1">
              <a:solidFill>
                <a:schemeClr val="tx1"/>
              </a:solidFill>
            </a:rPr>
            <a:t>$10,000 logged as “Office Supplies”</a:t>
          </a:r>
        </a:p>
      </dgm:t>
    </dgm:pt>
    <dgm:pt modelId="{D163817E-32BB-4AB8-ADB0-3BBE33E69AC0}" type="parTrans" cxnId="{871A464B-EEC9-495A-9B48-54C89AE3D477}">
      <dgm:prSet/>
      <dgm:spPr/>
      <dgm:t>
        <a:bodyPr/>
        <a:lstStyle/>
        <a:p>
          <a:endParaRPr lang="en-US"/>
        </a:p>
      </dgm:t>
    </dgm:pt>
    <dgm:pt modelId="{7C7831D4-CBF5-4CFE-966F-8E1F53880022}" type="sibTrans" cxnId="{871A464B-EEC9-495A-9B48-54C89AE3D477}">
      <dgm:prSet/>
      <dgm:spPr/>
      <dgm:t>
        <a:bodyPr/>
        <a:lstStyle/>
        <a:p>
          <a:endParaRPr lang="en-US"/>
        </a:p>
      </dgm:t>
    </dgm:pt>
    <dgm:pt modelId="{839B8E42-3ABB-473C-87D5-0E5BEC6E2652}" type="pres">
      <dgm:prSet presAssocID="{4C01575D-0B5F-4903-91DE-AF2CFD776AE8}" presName="root" presStyleCnt="0">
        <dgm:presLayoutVars>
          <dgm:chMax/>
          <dgm:chPref/>
          <dgm:animLvl val="lvl"/>
        </dgm:presLayoutVars>
      </dgm:prSet>
      <dgm:spPr/>
    </dgm:pt>
    <dgm:pt modelId="{DEB5A7C9-13F6-4C7D-AB83-BFCB6C3959D8}" type="pres">
      <dgm:prSet presAssocID="{4C01575D-0B5F-4903-91DE-AF2CFD776AE8}" presName="divider" presStyleLbl="fgAccFollowNode1" presStyleIdx="0" presStyleCnt="1"/>
      <dgm:spPr>
        <a:solidFill>
          <a:schemeClr val="accent4">
            <a:alpha val="90000"/>
            <a:tint val="40000"/>
            <a:hueOff val="0"/>
            <a:satOff val="0"/>
            <a:lumOff val="0"/>
            <a:alphaOff val="0"/>
          </a:schemeClr>
        </a:solidFill>
        <a:ln w="12700" cap="flat" cmpd="sng" algn="ctr">
          <a:solidFill>
            <a:schemeClr val="accent4">
              <a:alpha val="90000"/>
              <a:tint val="40000"/>
              <a:hueOff val="0"/>
              <a:satOff val="0"/>
              <a:lumOff val="0"/>
              <a:alphaOff val="0"/>
            </a:schemeClr>
          </a:solidFill>
          <a:prstDash val="solid"/>
          <a:miter lim="800000"/>
          <a:tailEnd type="triangle" w="lg" len="lg"/>
        </a:ln>
        <a:effectLst/>
      </dgm:spPr>
    </dgm:pt>
    <dgm:pt modelId="{0265BA14-8469-444D-A426-B0BF59C20DDF}" type="pres">
      <dgm:prSet presAssocID="{4C01575D-0B5F-4903-91DE-AF2CFD776AE8}" presName="nodes" presStyleCnt="0">
        <dgm:presLayoutVars>
          <dgm:chMax/>
          <dgm:chPref/>
          <dgm:animLvl val="lvl"/>
        </dgm:presLayoutVars>
      </dgm:prSet>
      <dgm:spPr/>
    </dgm:pt>
    <dgm:pt modelId="{AE7E949F-7A75-4541-B21A-1AA9DF5DC1E4}" type="pres">
      <dgm:prSet presAssocID="{DE1FF671-9F4E-4DFD-8CDD-01F57DB3267A}" presName="composite" presStyleCnt="0"/>
      <dgm:spPr/>
    </dgm:pt>
    <dgm:pt modelId="{6825120C-904D-485A-8C3A-E0658FE911B6}" type="pres">
      <dgm:prSet presAssocID="{DE1FF671-9F4E-4DFD-8CDD-01F57DB3267A}" presName="L1TextContainer" presStyleLbl="revTx" presStyleIdx="0" presStyleCnt="10">
        <dgm:presLayoutVars>
          <dgm:chMax val="1"/>
          <dgm:chPref val="1"/>
          <dgm:bulletEnabled val="1"/>
        </dgm:presLayoutVars>
      </dgm:prSet>
      <dgm:spPr/>
    </dgm:pt>
    <dgm:pt modelId="{CE819997-C544-44FA-9EC8-5E4D0AC5279D}" type="pres">
      <dgm:prSet presAssocID="{DE1FF671-9F4E-4DFD-8CDD-01F57DB3267A}" presName="L2TextContainerWrapper" presStyleCnt="0">
        <dgm:presLayoutVars>
          <dgm:chMax val="0"/>
          <dgm:chPref val="0"/>
          <dgm:bulletEnabled val="1"/>
        </dgm:presLayoutVars>
      </dgm:prSet>
      <dgm:spPr/>
    </dgm:pt>
    <dgm:pt modelId="{42E475F2-1332-480C-80A6-F13E947A983A}" type="pres">
      <dgm:prSet presAssocID="{DE1FF671-9F4E-4DFD-8CDD-01F57DB3267A}" presName="L2TextContainer" presStyleLbl="bgAcc1" presStyleIdx="0" presStyleCnt="10"/>
      <dgm:spPr/>
    </dgm:pt>
    <dgm:pt modelId="{065EFC08-7A76-4622-8AFB-840609A34CDC}" type="pres">
      <dgm:prSet presAssocID="{DE1FF671-9F4E-4DFD-8CDD-01F57DB3267A}" presName="FlexibleEmptyPlaceHolder" presStyleCnt="0"/>
      <dgm:spPr/>
    </dgm:pt>
    <dgm:pt modelId="{B209DBAC-715E-4643-AF4D-17B6621127B8}" type="pres">
      <dgm:prSet presAssocID="{DE1FF671-9F4E-4DFD-8CDD-01F57DB3267A}" presName="ConnectLine" presStyleLbl="sibTrans1D1" presStyleIdx="0" presStyleCnt="10"/>
      <dgm:spPr>
        <a:noFill/>
        <a:ln w="6350" cap="flat" cmpd="sng" algn="ctr">
          <a:solidFill>
            <a:schemeClr val="accent4">
              <a:hueOff val="0"/>
              <a:satOff val="0"/>
              <a:lumOff val="0"/>
              <a:alphaOff val="0"/>
            </a:schemeClr>
          </a:solidFill>
          <a:prstDash val="dash"/>
          <a:miter lim="800000"/>
        </a:ln>
        <a:effectLst/>
      </dgm:spPr>
    </dgm:pt>
    <dgm:pt modelId="{C5E7325E-A9F9-4BA0-80F6-7437610EB154}" type="pres">
      <dgm:prSet presAssocID="{DE1FF671-9F4E-4DFD-8CDD-01F57DB3267A}" presName="ConnectorPoint" presStyleLbl="alignNode1" presStyleIdx="0" presStyleCnt="10"/>
      <dgm:spPr/>
    </dgm:pt>
    <dgm:pt modelId="{E5FC0394-ED2C-4F23-9C1F-6E2BB5FEA1E2}" type="pres">
      <dgm:prSet presAssocID="{DE1FF671-9F4E-4DFD-8CDD-01F57DB3267A}" presName="EmptyPlaceHolder" presStyleCnt="0"/>
      <dgm:spPr/>
    </dgm:pt>
    <dgm:pt modelId="{704453CE-475F-4FDB-88D3-35C405A2F04D}" type="pres">
      <dgm:prSet presAssocID="{1C172A73-2259-44D2-BF31-02DADC023963}" presName="spaceBetweenRectangles" presStyleCnt="0"/>
      <dgm:spPr/>
    </dgm:pt>
    <dgm:pt modelId="{0B1D76EE-8902-4F42-AF5B-C454C811A3AD}" type="pres">
      <dgm:prSet presAssocID="{794AEE85-E59E-47B6-B6CB-78FE2CF785E4}" presName="composite" presStyleCnt="0"/>
      <dgm:spPr/>
    </dgm:pt>
    <dgm:pt modelId="{D6C05B07-B4B0-437F-87B6-3B24CA77E554}" type="pres">
      <dgm:prSet presAssocID="{794AEE85-E59E-47B6-B6CB-78FE2CF785E4}" presName="L1TextContainer" presStyleLbl="revTx" presStyleIdx="1" presStyleCnt="10">
        <dgm:presLayoutVars>
          <dgm:chMax val="1"/>
          <dgm:chPref val="1"/>
          <dgm:bulletEnabled val="1"/>
        </dgm:presLayoutVars>
      </dgm:prSet>
      <dgm:spPr/>
    </dgm:pt>
    <dgm:pt modelId="{32D8C0BF-318A-4A1B-917A-0E097DD1B478}" type="pres">
      <dgm:prSet presAssocID="{794AEE85-E59E-47B6-B6CB-78FE2CF785E4}" presName="L2TextContainerWrapper" presStyleCnt="0">
        <dgm:presLayoutVars>
          <dgm:chMax val="0"/>
          <dgm:chPref val="0"/>
          <dgm:bulletEnabled val="1"/>
        </dgm:presLayoutVars>
      </dgm:prSet>
      <dgm:spPr/>
    </dgm:pt>
    <dgm:pt modelId="{7C75983E-8CEB-4980-905D-C22D251164F2}" type="pres">
      <dgm:prSet presAssocID="{794AEE85-E59E-47B6-B6CB-78FE2CF785E4}" presName="L2TextContainer" presStyleLbl="bgAcc1" presStyleIdx="1" presStyleCnt="10"/>
      <dgm:spPr/>
    </dgm:pt>
    <dgm:pt modelId="{01DB2AFC-48A4-468A-B4E6-5491CBFD2FEE}" type="pres">
      <dgm:prSet presAssocID="{794AEE85-E59E-47B6-B6CB-78FE2CF785E4}" presName="FlexibleEmptyPlaceHolder" presStyleCnt="0"/>
      <dgm:spPr/>
    </dgm:pt>
    <dgm:pt modelId="{C5B2C658-4E84-4E2B-8DDD-DC05121DFA13}" type="pres">
      <dgm:prSet presAssocID="{794AEE85-E59E-47B6-B6CB-78FE2CF785E4}" presName="ConnectLine" presStyleLbl="sibTrans1D1" presStyleIdx="1" presStyleCnt="10"/>
      <dgm:spPr>
        <a:noFill/>
        <a:ln w="6350" cap="flat" cmpd="sng" algn="ctr">
          <a:solidFill>
            <a:schemeClr val="accent4">
              <a:hueOff val="0"/>
              <a:satOff val="0"/>
              <a:lumOff val="0"/>
              <a:alphaOff val="0"/>
            </a:schemeClr>
          </a:solidFill>
          <a:prstDash val="dash"/>
          <a:miter lim="800000"/>
        </a:ln>
        <a:effectLst/>
      </dgm:spPr>
    </dgm:pt>
    <dgm:pt modelId="{E3CE069D-9944-48EE-9CA4-56F183CC4A5C}" type="pres">
      <dgm:prSet presAssocID="{794AEE85-E59E-47B6-B6CB-78FE2CF785E4}" presName="ConnectorPoint" presStyleLbl="alignNode1" presStyleIdx="1" presStyleCnt="10"/>
      <dgm:spPr/>
    </dgm:pt>
    <dgm:pt modelId="{0BFDDCFA-E48A-409B-B8DF-894DFD0525E3}" type="pres">
      <dgm:prSet presAssocID="{794AEE85-E59E-47B6-B6CB-78FE2CF785E4}" presName="EmptyPlaceHolder" presStyleCnt="0"/>
      <dgm:spPr/>
    </dgm:pt>
    <dgm:pt modelId="{90B1CD88-DC3D-4DA5-A921-38F199045E79}" type="pres">
      <dgm:prSet presAssocID="{3468F007-044E-4276-80B2-FF83C361FB87}" presName="spaceBetweenRectangles" presStyleCnt="0"/>
      <dgm:spPr/>
    </dgm:pt>
    <dgm:pt modelId="{D06B1CEE-D18A-4174-BC07-7217E1FCB4C1}" type="pres">
      <dgm:prSet presAssocID="{CCD0EF87-8B66-4C5B-AA77-C48B6CCA183A}" presName="composite" presStyleCnt="0"/>
      <dgm:spPr/>
    </dgm:pt>
    <dgm:pt modelId="{466CBD83-5F2B-4388-89A9-A377B94DF33E}" type="pres">
      <dgm:prSet presAssocID="{CCD0EF87-8B66-4C5B-AA77-C48B6CCA183A}" presName="L1TextContainer" presStyleLbl="revTx" presStyleIdx="2" presStyleCnt="10">
        <dgm:presLayoutVars>
          <dgm:chMax val="1"/>
          <dgm:chPref val="1"/>
          <dgm:bulletEnabled val="1"/>
        </dgm:presLayoutVars>
      </dgm:prSet>
      <dgm:spPr/>
    </dgm:pt>
    <dgm:pt modelId="{6CC08814-35FB-4BC5-B5D5-F47AF9EA146F}" type="pres">
      <dgm:prSet presAssocID="{CCD0EF87-8B66-4C5B-AA77-C48B6CCA183A}" presName="L2TextContainerWrapper" presStyleCnt="0">
        <dgm:presLayoutVars>
          <dgm:chMax val="0"/>
          <dgm:chPref val="0"/>
          <dgm:bulletEnabled val="1"/>
        </dgm:presLayoutVars>
      </dgm:prSet>
      <dgm:spPr/>
    </dgm:pt>
    <dgm:pt modelId="{B846611C-4C32-46D7-BD21-5F92EF2C0E24}" type="pres">
      <dgm:prSet presAssocID="{CCD0EF87-8B66-4C5B-AA77-C48B6CCA183A}" presName="L2TextContainer" presStyleLbl="bgAcc1" presStyleIdx="2" presStyleCnt="10"/>
      <dgm:spPr/>
    </dgm:pt>
    <dgm:pt modelId="{3BBADB1C-7028-42B9-8E97-12BBD5867F84}" type="pres">
      <dgm:prSet presAssocID="{CCD0EF87-8B66-4C5B-AA77-C48B6CCA183A}" presName="FlexibleEmptyPlaceHolder" presStyleCnt="0"/>
      <dgm:spPr/>
    </dgm:pt>
    <dgm:pt modelId="{A97C5ABC-A5D6-4252-AC9F-B2241FF914BD}" type="pres">
      <dgm:prSet presAssocID="{CCD0EF87-8B66-4C5B-AA77-C48B6CCA183A}" presName="ConnectLine" presStyleLbl="sibTrans1D1" presStyleIdx="2" presStyleCnt="10"/>
      <dgm:spPr>
        <a:noFill/>
        <a:ln w="6350" cap="flat" cmpd="sng" algn="ctr">
          <a:solidFill>
            <a:schemeClr val="accent4">
              <a:hueOff val="0"/>
              <a:satOff val="0"/>
              <a:lumOff val="0"/>
              <a:alphaOff val="0"/>
            </a:schemeClr>
          </a:solidFill>
          <a:prstDash val="dash"/>
          <a:miter lim="800000"/>
        </a:ln>
        <a:effectLst/>
      </dgm:spPr>
    </dgm:pt>
    <dgm:pt modelId="{9E177A0B-F5F4-4D1F-9117-1596DABABB75}" type="pres">
      <dgm:prSet presAssocID="{CCD0EF87-8B66-4C5B-AA77-C48B6CCA183A}" presName="ConnectorPoint" presStyleLbl="alignNode1" presStyleIdx="2" presStyleCnt="10"/>
      <dgm:spPr/>
    </dgm:pt>
    <dgm:pt modelId="{622607F3-51A9-45EF-929A-837D7DD655A9}" type="pres">
      <dgm:prSet presAssocID="{CCD0EF87-8B66-4C5B-AA77-C48B6CCA183A}" presName="EmptyPlaceHolder" presStyleCnt="0"/>
      <dgm:spPr/>
    </dgm:pt>
    <dgm:pt modelId="{1E63AED7-1BFD-4E60-8F97-9DEB00B1C284}" type="pres">
      <dgm:prSet presAssocID="{14ADFD5D-DE42-4339-87DC-45F50A71F741}" presName="spaceBetweenRectangles" presStyleCnt="0"/>
      <dgm:spPr/>
    </dgm:pt>
    <dgm:pt modelId="{CF6AC6E3-BE95-4AAC-AC28-C931FBB9F2E6}" type="pres">
      <dgm:prSet presAssocID="{E953F9C8-EB3E-411B-8ACD-251FAED1FA1F}" presName="composite" presStyleCnt="0"/>
      <dgm:spPr/>
    </dgm:pt>
    <dgm:pt modelId="{A31A8411-8E80-4342-95AB-3AD0A0D6CB85}" type="pres">
      <dgm:prSet presAssocID="{E953F9C8-EB3E-411B-8ACD-251FAED1FA1F}" presName="L1TextContainer" presStyleLbl="revTx" presStyleIdx="3" presStyleCnt="10">
        <dgm:presLayoutVars>
          <dgm:chMax val="1"/>
          <dgm:chPref val="1"/>
          <dgm:bulletEnabled val="1"/>
        </dgm:presLayoutVars>
      </dgm:prSet>
      <dgm:spPr/>
    </dgm:pt>
    <dgm:pt modelId="{B52F5C12-56BA-475B-9862-85E21B3D7181}" type="pres">
      <dgm:prSet presAssocID="{E953F9C8-EB3E-411B-8ACD-251FAED1FA1F}" presName="L2TextContainerWrapper" presStyleCnt="0">
        <dgm:presLayoutVars>
          <dgm:chMax val="0"/>
          <dgm:chPref val="0"/>
          <dgm:bulletEnabled val="1"/>
        </dgm:presLayoutVars>
      </dgm:prSet>
      <dgm:spPr/>
    </dgm:pt>
    <dgm:pt modelId="{3DEB71F3-0A48-4697-9019-809A9CF6FC8D}" type="pres">
      <dgm:prSet presAssocID="{E953F9C8-EB3E-411B-8ACD-251FAED1FA1F}" presName="L2TextContainer" presStyleLbl="bgAcc1" presStyleIdx="3" presStyleCnt="10" custScaleX="140087" custScaleY="278699"/>
      <dgm:spPr/>
    </dgm:pt>
    <dgm:pt modelId="{99BF915B-71A1-44F5-994C-8E0CDF8188BF}" type="pres">
      <dgm:prSet presAssocID="{E953F9C8-EB3E-411B-8ACD-251FAED1FA1F}" presName="FlexibleEmptyPlaceHolder" presStyleCnt="0"/>
      <dgm:spPr/>
    </dgm:pt>
    <dgm:pt modelId="{279A5110-D28B-4403-815D-0629556BB85A}" type="pres">
      <dgm:prSet presAssocID="{E953F9C8-EB3E-411B-8ACD-251FAED1FA1F}" presName="ConnectLine" presStyleLbl="sibTrans1D1" presStyleIdx="3" presStyleCnt="10"/>
      <dgm:spPr>
        <a:noFill/>
        <a:ln w="6350" cap="flat" cmpd="sng" algn="ctr">
          <a:solidFill>
            <a:schemeClr val="accent4">
              <a:hueOff val="0"/>
              <a:satOff val="0"/>
              <a:lumOff val="0"/>
              <a:alphaOff val="0"/>
            </a:schemeClr>
          </a:solidFill>
          <a:prstDash val="dash"/>
          <a:miter lim="800000"/>
        </a:ln>
        <a:effectLst/>
      </dgm:spPr>
    </dgm:pt>
    <dgm:pt modelId="{69524BF3-D35F-483E-9AD8-62FE5B671CA0}" type="pres">
      <dgm:prSet presAssocID="{E953F9C8-EB3E-411B-8ACD-251FAED1FA1F}" presName="ConnectorPoint" presStyleLbl="alignNode1" presStyleIdx="3" presStyleCnt="10"/>
      <dgm:spPr/>
    </dgm:pt>
    <dgm:pt modelId="{EE290EBD-6A38-466C-95BB-87474C3FFE33}" type="pres">
      <dgm:prSet presAssocID="{E953F9C8-EB3E-411B-8ACD-251FAED1FA1F}" presName="EmptyPlaceHolder" presStyleCnt="0"/>
      <dgm:spPr/>
    </dgm:pt>
    <dgm:pt modelId="{F79C3945-A5D0-49E3-ADF1-5E12F3953E42}" type="pres">
      <dgm:prSet presAssocID="{C42F7CE5-8042-4242-8883-F3F695426723}" presName="spaceBetweenRectangles" presStyleCnt="0"/>
      <dgm:spPr/>
    </dgm:pt>
    <dgm:pt modelId="{68E879E3-625D-4875-BBFD-146860CF699B}" type="pres">
      <dgm:prSet presAssocID="{387D37C6-7A51-4B27-B42C-A3A817B8436C}" presName="composite" presStyleCnt="0"/>
      <dgm:spPr/>
    </dgm:pt>
    <dgm:pt modelId="{004519C8-06AF-4AD1-9436-05F2CEB17084}" type="pres">
      <dgm:prSet presAssocID="{387D37C6-7A51-4B27-B42C-A3A817B8436C}" presName="L1TextContainer" presStyleLbl="revTx" presStyleIdx="4" presStyleCnt="10">
        <dgm:presLayoutVars>
          <dgm:chMax val="1"/>
          <dgm:chPref val="1"/>
          <dgm:bulletEnabled val="1"/>
        </dgm:presLayoutVars>
      </dgm:prSet>
      <dgm:spPr/>
    </dgm:pt>
    <dgm:pt modelId="{B4731B0F-0C18-49C0-B9DC-96E58CF56153}" type="pres">
      <dgm:prSet presAssocID="{387D37C6-7A51-4B27-B42C-A3A817B8436C}" presName="L2TextContainerWrapper" presStyleCnt="0">
        <dgm:presLayoutVars>
          <dgm:chMax val="0"/>
          <dgm:chPref val="0"/>
          <dgm:bulletEnabled val="1"/>
        </dgm:presLayoutVars>
      </dgm:prSet>
      <dgm:spPr/>
    </dgm:pt>
    <dgm:pt modelId="{85197861-2430-42D9-A870-460DE39224FC}" type="pres">
      <dgm:prSet presAssocID="{387D37C6-7A51-4B27-B42C-A3A817B8436C}" presName="L2TextContainer" presStyleLbl="bgAcc1" presStyleIdx="4" presStyleCnt="10" custScaleX="110859" custScaleY="151300"/>
      <dgm:spPr/>
    </dgm:pt>
    <dgm:pt modelId="{F8775D77-1400-45F9-AE6A-2CA11029E37C}" type="pres">
      <dgm:prSet presAssocID="{387D37C6-7A51-4B27-B42C-A3A817B8436C}" presName="FlexibleEmptyPlaceHolder" presStyleCnt="0"/>
      <dgm:spPr/>
    </dgm:pt>
    <dgm:pt modelId="{59A8A3E0-A1FA-434D-AB57-AF0543FAFB2D}" type="pres">
      <dgm:prSet presAssocID="{387D37C6-7A51-4B27-B42C-A3A817B8436C}" presName="ConnectLine" presStyleLbl="sibTrans1D1" presStyleIdx="4" presStyleCnt="10"/>
      <dgm:spPr>
        <a:noFill/>
        <a:ln w="6350" cap="flat" cmpd="sng" algn="ctr">
          <a:solidFill>
            <a:schemeClr val="accent4">
              <a:hueOff val="0"/>
              <a:satOff val="0"/>
              <a:lumOff val="0"/>
              <a:alphaOff val="0"/>
            </a:schemeClr>
          </a:solidFill>
          <a:prstDash val="dash"/>
          <a:miter lim="800000"/>
        </a:ln>
        <a:effectLst/>
      </dgm:spPr>
    </dgm:pt>
    <dgm:pt modelId="{C4470F3F-4D5C-4504-8EA0-0326CC344811}" type="pres">
      <dgm:prSet presAssocID="{387D37C6-7A51-4B27-B42C-A3A817B8436C}" presName="ConnectorPoint" presStyleLbl="alignNode1" presStyleIdx="4" presStyleCnt="10"/>
      <dgm:spPr/>
    </dgm:pt>
    <dgm:pt modelId="{A24B6D31-1E8B-4B9C-9D72-768C3945EB57}" type="pres">
      <dgm:prSet presAssocID="{387D37C6-7A51-4B27-B42C-A3A817B8436C}" presName="EmptyPlaceHolder" presStyleCnt="0"/>
      <dgm:spPr/>
    </dgm:pt>
    <dgm:pt modelId="{5F9150CB-8B54-430B-A1BF-0029B4035533}" type="pres">
      <dgm:prSet presAssocID="{33060C01-2D5D-46DC-BDB2-C929C202FC50}" presName="spaceBetweenRectangles" presStyleCnt="0"/>
      <dgm:spPr/>
    </dgm:pt>
    <dgm:pt modelId="{53D35C42-37C1-473C-95D1-94F437DDD2DC}" type="pres">
      <dgm:prSet presAssocID="{EB0A6D9A-558A-4870-B91E-CD56195586A2}" presName="composite" presStyleCnt="0"/>
      <dgm:spPr/>
    </dgm:pt>
    <dgm:pt modelId="{577908C2-99BA-43BF-BE39-E3768BA0C52C}" type="pres">
      <dgm:prSet presAssocID="{EB0A6D9A-558A-4870-B91E-CD56195586A2}" presName="L1TextContainer" presStyleLbl="revTx" presStyleIdx="5" presStyleCnt="10">
        <dgm:presLayoutVars>
          <dgm:chMax val="1"/>
          <dgm:chPref val="1"/>
          <dgm:bulletEnabled val="1"/>
        </dgm:presLayoutVars>
      </dgm:prSet>
      <dgm:spPr/>
    </dgm:pt>
    <dgm:pt modelId="{FADC214D-5F6F-4973-9B9D-39E80A131ED0}" type="pres">
      <dgm:prSet presAssocID="{EB0A6D9A-558A-4870-B91E-CD56195586A2}" presName="L2TextContainerWrapper" presStyleCnt="0">
        <dgm:presLayoutVars>
          <dgm:chMax val="0"/>
          <dgm:chPref val="0"/>
          <dgm:bulletEnabled val="1"/>
        </dgm:presLayoutVars>
      </dgm:prSet>
      <dgm:spPr/>
    </dgm:pt>
    <dgm:pt modelId="{F99C5195-F7AD-4C9B-98D4-452D22111AC3}" type="pres">
      <dgm:prSet presAssocID="{EB0A6D9A-558A-4870-B91E-CD56195586A2}" presName="L2TextContainer" presStyleLbl="bgAcc1" presStyleIdx="5" presStyleCnt="10"/>
      <dgm:spPr/>
    </dgm:pt>
    <dgm:pt modelId="{A1E3FF04-1831-4BF8-BE02-56997DE51F98}" type="pres">
      <dgm:prSet presAssocID="{EB0A6D9A-558A-4870-B91E-CD56195586A2}" presName="FlexibleEmptyPlaceHolder" presStyleCnt="0"/>
      <dgm:spPr/>
    </dgm:pt>
    <dgm:pt modelId="{AB023DF2-1F9D-4767-B4B2-B3C4788B52CE}" type="pres">
      <dgm:prSet presAssocID="{EB0A6D9A-558A-4870-B91E-CD56195586A2}" presName="ConnectLine" presStyleLbl="sibTrans1D1" presStyleIdx="5" presStyleCnt="10"/>
      <dgm:spPr>
        <a:noFill/>
        <a:ln w="6350" cap="flat" cmpd="sng" algn="ctr">
          <a:solidFill>
            <a:schemeClr val="accent4">
              <a:hueOff val="0"/>
              <a:satOff val="0"/>
              <a:lumOff val="0"/>
              <a:alphaOff val="0"/>
            </a:schemeClr>
          </a:solidFill>
          <a:prstDash val="dash"/>
          <a:miter lim="800000"/>
        </a:ln>
        <a:effectLst/>
      </dgm:spPr>
    </dgm:pt>
    <dgm:pt modelId="{818292B1-EE62-4188-8F51-7FFE85508D20}" type="pres">
      <dgm:prSet presAssocID="{EB0A6D9A-558A-4870-B91E-CD56195586A2}" presName="ConnectorPoint" presStyleLbl="alignNode1" presStyleIdx="5" presStyleCnt="10"/>
      <dgm:spPr/>
    </dgm:pt>
    <dgm:pt modelId="{156DCE29-5A32-4465-8567-E9DF3C3E813C}" type="pres">
      <dgm:prSet presAssocID="{EB0A6D9A-558A-4870-B91E-CD56195586A2}" presName="EmptyPlaceHolder" presStyleCnt="0"/>
      <dgm:spPr/>
    </dgm:pt>
    <dgm:pt modelId="{58E2AB1E-87F2-4428-BAEE-4DC836C9561C}" type="pres">
      <dgm:prSet presAssocID="{8AC67694-EED4-4327-9CA9-6937753347F0}" presName="spaceBetweenRectangles" presStyleCnt="0"/>
      <dgm:spPr/>
    </dgm:pt>
    <dgm:pt modelId="{FA061385-76B7-4E12-A221-CF873CC3B357}" type="pres">
      <dgm:prSet presAssocID="{D3C04181-7896-40CA-8FD0-3C78B075F4B0}" presName="composite" presStyleCnt="0"/>
      <dgm:spPr/>
    </dgm:pt>
    <dgm:pt modelId="{827128C2-6A31-4618-B96B-27BF0A06ED28}" type="pres">
      <dgm:prSet presAssocID="{D3C04181-7896-40CA-8FD0-3C78B075F4B0}" presName="L1TextContainer" presStyleLbl="revTx" presStyleIdx="6" presStyleCnt="10">
        <dgm:presLayoutVars>
          <dgm:chMax val="1"/>
          <dgm:chPref val="1"/>
          <dgm:bulletEnabled val="1"/>
        </dgm:presLayoutVars>
      </dgm:prSet>
      <dgm:spPr/>
    </dgm:pt>
    <dgm:pt modelId="{0E405A2B-C6C2-40CE-8341-15B2438440F0}" type="pres">
      <dgm:prSet presAssocID="{D3C04181-7896-40CA-8FD0-3C78B075F4B0}" presName="L2TextContainerWrapper" presStyleCnt="0">
        <dgm:presLayoutVars>
          <dgm:chMax val="0"/>
          <dgm:chPref val="0"/>
          <dgm:bulletEnabled val="1"/>
        </dgm:presLayoutVars>
      </dgm:prSet>
      <dgm:spPr/>
    </dgm:pt>
    <dgm:pt modelId="{42A79D28-5B81-4791-9486-033032E10804}" type="pres">
      <dgm:prSet presAssocID="{D3C04181-7896-40CA-8FD0-3C78B075F4B0}" presName="L2TextContainer" presStyleLbl="bgAcc1" presStyleIdx="6" presStyleCnt="10"/>
      <dgm:spPr/>
    </dgm:pt>
    <dgm:pt modelId="{9B65D8AC-C0B5-4AC8-B5FC-F18AFC4A3214}" type="pres">
      <dgm:prSet presAssocID="{D3C04181-7896-40CA-8FD0-3C78B075F4B0}" presName="FlexibleEmptyPlaceHolder" presStyleCnt="0"/>
      <dgm:spPr/>
    </dgm:pt>
    <dgm:pt modelId="{289EE9EF-EBAC-4F95-A33F-A4CB3655E67B}" type="pres">
      <dgm:prSet presAssocID="{D3C04181-7896-40CA-8FD0-3C78B075F4B0}" presName="ConnectLine" presStyleLbl="sibTrans1D1" presStyleIdx="6" presStyleCnt="10"/>
      <dgm:spPr>
        <a:noFill/>
        <a:ln w="6350" cap="flat" cmpd="sng" algn="ctr">
          <a:solidFill>
            <a:schemeClr val="accent4">
              <a:hueOff val="0"/>
              <a:satOff val="0"/>
              <a:lumOff val="0"/>
              <a:alphaOff val="0"/>
            </a:schemeClr>
          </a:solidFill>
          <a:prstDash val="dash"/>
          <a:miter lim="800000"/>
        </a:ln>
        <a:effectLst/>
      </dgm:spPr>
    </dgm:pt>
    <dgm:pt modelId="{8FA29CF2-3429-45EA-A32E-D51A82F18EDD}" type="pres">
      <dgm:prSet presAssocID="{D3C04181-7896-40CA-8FD0-3C78B075F4B0}" presName="ConnectorPoint" presStyleLbl="alignNode1" presStyleIdx="6" presStyleCnt="10"/>
      <dgm:spPr/>
    </dgm:pt>
    <dgm:pt modelId="{FFE95646-0558-455B-96A3-53E7766F6910}" type="pres">
      <dgm:prSet presAssocID="{D3C04181-7896-40CA-8FD0-3C78B075F4B0}" presName="EmptyPlaceHolder" presStyleCnt="0"/>
      <dgm:spPr/>
    </dgm:pt>
    <dgm:pt modelId="{B360E65E-2F17-4285-A902-66E28295349B}" type="pres">
      <dgm:prSet presAssocID="{35A5BB72-71BD-4372-A19A-07B12B266208}" presName="spaceBetweenRectangles" presStyleCnt="0"/>
      <dgm:spPr/>
    </dgm:pt>
    <dgm:pt modelId="{58C565BA-9003-4F7B-9039-538806B2420C}" type="pres">
      <dgm:prSet presAssocID="{C5C1F098-E299-4675-A3EB-4E73628A2E58}" presName="composite" presStyleCnt="0"/>
      <dgm:spPr/>
    </dgm:pt>
    <dgm:pt modelId="{F5478B4B-812B-41ED-8BAA-DD3B2789BA0F}" type="pres">
      <dgm:prSet presAssocID="{C5C1F098-E299-4675-A3EB-4E73628A2E58}" presName="L1TextContainer" presStyleLbl="revTx" presStyleIdx="7" presStyleCnt="10">
        <dgm:presLayoutVars>
          <dgm:chMax val="1"/>
          <dgm:chPref val="1"/>
          <dgm:bulletEnabled val="1"/>
        </dgm:presLayoutVars>
      </dgm:prSet>
      <dgm:spPr/>
    </dgm:pt>
    <dgm:pt modelId="{D023A502-8A25-433B-AE5B-245CEE2A7204}" type="pres">
      <dgm:prSet presAssocID="{C5C1F098-E299-4675-A3EB-4E73628A2E58}" presName="L2TextContainerWrapper" presStyleCnt="0">
        <dgm:presLayoutVars>
          <dgm:chMax val="0"/>
          <dgm:chPref val="0"/>
          <dgm:bulletEnabled val="1"/>
        </dgm:presLayoutVars>
      </dgm:prSet>
      <dgm:spPr/>
    </dgm:pt>
    <dgm:pt modelId="{522B7A56-3031-4557-8023-A945E6F2CD36}" type="pres">
      <dgm:prSet presAssocID="{C5C1F098-E299-4675-A3EB-4E73628A2E58}" presName="L2TextContainer" presStyleLbl="bgAcc1" presStyleIdx="7" presStyleCnt="10"/>
      <dgm:spPr/>
    </dgm:pt>
    <dgm:pt modelId="{ACF3A152-64D4-4A4F-A632-DBBD1C255BE2}" type="pres">
      <dgm:prSet presAssocID="{C5C1F098-E299-4675-A3EB-4E73628A2E58}" presName="FlexibleEmptyPlaceHolder" presStyleCnt="0"/>
      <dgm:spPr/>
    </dgm:pt>
    <dgm:pt modelId="{9F79BB11-0B10-49F1-827F-F7955531A2A8}" type="pres">
      <dgm:prSet presAssocID="{C5C1F098-E299-4675-A3EB-4E73628A2E58}" presName="ConnectLine" presStyleLbl="sibTrans1D1" presStyleIdx="7" presStyleCnt="10"/>
      <dgm:spPr>
        <a:noFill/>
        <a:ln w="6350" cap="flat" cmpd="sng" algn="ctr">
          <a:solidFill>
            <a:schemeClr val="accent4">
              <a:hueOff val="0"/>
              <a:satOff val="0"/>
              <a:lumOff val="0"/>
              <a:alphaOff val="0"/>
            </a:schemeClr>
          </a:solidFill>
          <a:prstDash val="dash"/>
          <a:miter lim="800000"/>
        </a:ln>
        <a:effectLst/>
      </dgm:spPr>
    </dgm:pt>
    <dgm:pt modelId="{6E280AF7-C852-4B03-8B5E-481C24E219F0}" type="pres">
      <dgm:prSet presAssocID="{C5C1F098-E299-4675-A3EB-4E73628A2E58}" presName="ConnectorPoint" presStyleLbl="alignNode1" presStyleIdx="7" presStyleCnt="10"/>
      <dgm:spPr/>
    </dgm:pt>
    <dgm:pt modelId="{12962EC0-7C0F-457B-B497-DB2CFF599D20}" type="pres">
      <dgm:prSet presAssocID="{C5C1F098-E299-4675-A3EB-4E73628A2E58}" presName="EmptyPlaceHolder" presStyleCnt="0"/>
      <dgm:spPr/>
    </dgm:pt>
    <dgm:pt modelId="{712658D1-94C2-4B25-B297-4C9FE125B3B3}" type="pres">
      <dgm:prSet presAssocID="{B420E87C-DEC7-46EC-B7D0-D19436411250}" presName="spaceBetweenRectangles" presStyleCnt="0"/>
      <dgm:spPr/>
    </dgm:pt>
    <dgm:pt modelId="{682C4B72-AF6D-4F84-887E-D80E0734894F}" type="pres">
      <dgm:prSet presAssocID="{19465A9A-C5D4-4E83-8FD8-AF90F2F3833A}" presName="composite" presStyleCnt="0"/>
      <dgm:spPr/>
    </dgm:pt>
    <dgm:pt modelId="{AF749B0F-FDB3-4040-BAA1-BF97B5AFC9BC}" type="pres">
      <dgm:prSet presAssocID="{19465A9A-C5D4-4E83-8FD8-AF90F2F3833A}" presName="L1TextContainer" presStyleLbl="revTx" presStyleIdx="8" presStyleCnt="10">
        <dgm:presLayoutVars>
          <dgm:chMax val="1"/>
          <dgm:chPref val="1"/>
          <dgm:bulletEnabled val="1"/>
        </dgm:presLayoutVars>
      </dgm:prSet>
      <dgm:spPr/>
    </dgm:pt>
    <dgm:pt modelId="{19E496F0-210A-45C1-A1AB-AF0489F531DA}" type="pres">
      <dgm:prSet presAssocID="{19465A9A-C5D4-4E83-8FD8-AF90F2F3833A}" presName="L2TextContainerWrapper" presStyleCnt="0">
        <dgm:presLayoutVars>
          <dgm:chMax val="0"/>
          <dgm:chPref val="0"/>
          <dgm:bulletEnabled val="1"/>
        </dgm:presLayoutVars>
      </dgm:prSet>
      <dgm:spPr/>
    </dgm:pt>
    <dgm:pt modelId="{82E81E9D-6BE2-4FA9-8335-427625E24B1E}" type="pres">
      <dgm:prSet presAssocID="{19465A9A-C5D4-4E83-8FD8-AF90F2F3833A}" presName="L2TextContainer" presStyleLbl="bgAcc1" presStyleIdx="8" presStyleCnt="10" custScaleX="107949" custScaleY="151213"/>
      <dgm:spPr/>
    </dgm:pt>
    <dgm:pt modelId="{2CCABEB1-D467-490A-BE8F-65E62375826E}" type="pres">
      <dgm:prSet presAssocID="{19465A9A-C5D4-4E83-8FD8-AF90F2F3833A}" presName="FlexibleEmptyPlaceHolder" presStyleCnt="0"/>
      <dgm:spPr/>
    </dgm:pt>
    <dgm:pt modelId="{721126AF-D4CC-4C62-9D11-A1DAAF971CB7}" type="pres">
      <dgm:prSet presAssocID="{19465A9A-C5D4-4E83-8FD8-AF90F2F3833A}" presName="ConnectLine" presStyleLbl="sibTrans1D1" presStyleIdx="8" presStyleCnt="10"/>
      <dgm:spPr>
        <a:noFill/>
        <a:ln w="6350" cap="flat" cmpd="sng" algn="ctr">
          <a:solidFill>
            <a:schemeClr val="accent4">
              <a:hueOff val="0"/>
              <a:satOff val="0"/>
              <a:lumOff val="0"/>
              <a:alphaOff val="0"/>
            </a:schemeClr>
          </a:solidFill>
          <a:prstDash val="dash"/>
          <a:miter lim="800000"/>
        </a:ln>
        <a:effectLst/>
      </dgm:spPr>
    </dgm:pt>
    <dgm:pt modelId="{9BD46667-8DBF-455D-8D29-61ACA37239B0}" type="pres">
      <dgm:prSet presAssocID="{19465A9A-C5D4-4E83-8FD8-AF90F2F3833A}" presName="ConnectorPoint" presStyleLbl="alignNode1" presStyleIdx="8" presStyleCnt="10"/>
      <dgm:spPr/>
    </dgm:pt>
    <dgm:pt modelId="{8B31A0FA-5B0B-4274-BD4F-62A4C7E8F83D}" type="pres">
      <dgm:prSet presAssocID="{19465A9A-C5D4-4E83-8FD8-AF90F2F3833A}" presName="EmptyPlaceHolder" presStyleCnt="0"/>
      <dgm:spPr/>
    </dgm:pt>
    <dgm:pt modelId="{004CAB7B-9182-41BD-8BBA-C0DEB2937776}" type="pres">
      <dgm:prSet presAssocID="{C6ED7875-524D-4593-B020-A9C3BFC29115}" presName="spaceBetweenRectangles" presStyleCnt="0"/>
      <dgm:spPr/>
    </dgm:pt>
    <dgm:pt modelId="{B949D35D-0D85-447C-9E9E-8082AD25BFCC}" type="pres">
      <dgm:prSet presAssocID="{87BC34D8-D42C-486E-9E62-0EE0C2323272}" presName="composite" presStyleCnt="0"/>
      <dgm:spPr/>
    </dgm:pt>
    <dgm:pt modelId="{8DC83209-5305-4260-8B5C-6D344DE96527}" type="pres">
      <dgm:prSet presAssocID="{87BC34D8-D42C-486E-9E62-0EE0C2323272}" presName="L1TextContainer" presStyleLbl="revTx" presStyleIdx="9" presStyleCnt="10">
        <dgm:presLayoutVars>
          <dgm:chMax val="1"/>
          <dgm:chPref val="1"/>
          <dgm:bulletEnabled val="1"/>
        </dgm:presLayoutVars>
      </dgm:prSet>
      <dgm:spPr/>
    </dgm:pt>
    <dgm:pt modelId="{714AB230-DF9C-4187-8941-232BABACCBBA}" type="pres">
      <dgm:prSet presAssocID="{87BC34D8-D42C-486E-9E62-0EE0C2323272}" presName="L2TextContainerWrapper" presStyleCnt="0">
        <dgm:presLayoutVars>
          <dgm:chMax val="0"/>
          <dgm:chPref val="0"/>
          <dgm:bulletEnabled val="1"/>
        </dgm:presLayoutVars>
      </dgm:prSet>
      <dgm:spPr/>
    </dgm:pt>
    <dgm:pt modelId="{95DC0C3C-540B-445B-955B-E1EF545163A5}" type="pres">
      <dgm:prSet presAssocID="{87BC34D8-D42C-486E-9E62-0EE0C2323272}" presName="L2TextContainer" presStyleLbl="bgAcc1" presStyleIdx="9" presStyleCnt="10"/>
      <dgm:spPr/>
    </dgm:pt>
    <dgm:pt modelId="{D6A585D4-AFB3-4B1E-B5F9-A611D19CBA46}" type="pres">
      <dgm:prSet presAssocID="{87BC34D8-D42C-486E-9E62-0EE0C2323272}" presName="FlexibleEmptyPlaceHolder" presStyleCnt="0"/>
      <dgm:spPr/>
    </dgm:pt>
    <dgm:pt modelId="{AC6B6762-F465-49EF-A3B1-23C6985B8B70}" type="pres">
      <dgm:prSet presAssocID="{87BC34D8-D42C-486E-9E62-0EE0C2323272}" presName="ConnectLine" presStyleLbl="sibTrans1D1" presStyleIdx="9" presStyleCnt="10"/>
      <dgm:spPr>
        <a:noFill/>
        <a:ln w="6350" cap="flat" cmpd="sng" algn="ctr">
          <a:solidFill>
            <a:schemeClr val="accent4">
              <a:hueOff val="0"/>
              <a:satOff val="0"/>
              <a:lumOff val="0"/>
              <a:alphaOff val="0"/>
            </a:schemeClr>
          </a:solidFill>
          <a:prstDash val="dash"/>
          <a:miter lim="800000"/>
        </a:ln>
        <a:effectLst/>
      </dgm:spPr>
    </dgm:pt>
    <dgm:pt modelId="{7AF50DE1-9E24-4C70-8DEA-CCDE2CC69E29}" type="pres">
      <dgm:prSet presAssocID="{87BC34D8-D42C-486E-9E62-0EE0C2323272}" presName="ConnectorPoint" presStyleLbl="alignNode1" presStyleIdx="9" presStyleCnt="10"/>
      <dgm:spPr/>
    </dgm:pt>
    <dgm:pt modelId="{080B2AFE-13B9-4C36-9FF9-68D5589FD030}" type="pres">
      <dgm:prSet presAssocID="{87BC34D8-D42C-486E-9E62-0EE0C2323272}" presName="EmptyPlaceHolder" presStyleCnt="0"/>
      <dgm:spPr/>
    </dgm:pt>
  </dgm:ptLst>
  <dgm:cxnLst>
    <dgm:cxn modelId="{744B1707-8D01-4EAD-9925-B75951097A7E}" srcId="{EB0A6D9A-558A-4870-B91E-CD56195586A2}" destId="{8BADF7DB-8CA1-4564-BC32-AA99F083BB3E}" srcOrd="0" destOrd="0" parTransId="{6DF3BD76-AB78-4801-B795-407F3F8F778D}" sibTransId="{1F33EB7B-2A70-4898-AA64-D0DCB7807B3C}"/>
    <dgm:cxn modelId="{7B254A0F-0DA4-4A13-9796-E97F14DBBB94}" type="presOf" srcId="{4C01575D-0B5F-4903-91DE-AF2CFD776AE8}" destId="{839B8E42-3ABB-473C-87D5-0E5BEC6E2652}" srcOrd="0" destOrd="0" presId="urn:microsoft.com/office/officeart/2016/7/layout/BasicTimeline"/>
    <dgm:cxn modelId="{5AA72116-69DD-4245-B6D9-EACE354B8EBB}" type="presOf" srcId="{E953F9C8-EB3E-411B-8ACD-251FAED1FA1F}" destId="{A31A8411-8E80-4342-95AB-3AD0A0D6CB85}" srcOrd="0" destOrd="0" presId="urn:microsoft.com/office/officeart/2016/7/layout/BasicTimeline"/>
    <dgm:cxn modelId="{00D4CE1D-3829-4136-9FE1-90F4192AA083}" type="presOf" srcId="{50ACCE80-EC0B-4E93-AB53-7DD5AD0EFAC6}" destId="{3DEB71F3-0A48-4697-9019-809A9CF6FC8D}" srcOrd="0" destOrd="0" presId="urn:microsoft.com/office/officeart/2016/7/layout/BasicTimeline"/>
    <dgm:cxn modelId="{51487E1F-21C2-4184-AF00-D30E508D3C5C}" type="presOf" srcId="{F6071BC4-DBC1-4D76-882C-795729D402FF}" destId="{522B7A56-3031-4557-8023-A945E6F2CD36}" srcOrd="0" destOrd="0" presId="urn:microsoft.com/office/officeart/2016/7/layout/BasicTimeline"/>
    <dgm:cxn modelId="{7779F028-5A75-4431-9297-C82FCD997162}" type="presOf" srcId="{CB0B5211-7273-4FC9-A0AB-A4B5C71EC7E6}" destId="{82E81E9D-6BE2-4FA9-8335-427625E24B1E}" srcOrd="0" destOrd="1" presId="urn:microsoft.com/office/officeart/2016/7/layout/BasicTimeline"/>
    <dgm:cxn modelId="{E2CCC129-14C1-46C2-9D91-8CEE9BF4DAD3}" srcId="{4C01575D-0B5F-4903-91DE-AF2CFD776AE8}" destId="{C5C1F098-E299-4675-A3EB-4E73628A2E58}" srcOrd="7" destOrd="0" parTransId="{4AB32CC3-91DA-4FF6-841B-92B9C64B308F}" sibTransId="{B420E87C-DEC7-46EC-B7D0-D19436411250}"/>
    <dgm:cxn modelId="{0040A22B-BEC5-4881-B107-DAFDA2047DE7}" type="presOf" srcId="{F9758250-8EBD-46B1-B415-48A1130210FC}" destId="{95DC0C3C-540B-445B-955B-E1EF545163A5}" srcOrd="0" destOrd="0" presId="urn:microsoft.com/office/officeart/2016/7/layout/BasicTimeline"/>
    <dgm:cxn modelId="{50FC902E-1BA5-415B-8C10-5429B9F3E9AB}" srcId="{4C01575D-0B5F-4903-91DE-AF2CFD776AE8}" destId="{794AEE85-E59E-47B6-B6CB-78FE2CF785E4}" srcOrd="1" destOrd="0" parTransId="{14912AF8-2A94-4625-9761-265007D5F082}" sibTransId="{3468F007-044E-4276-80B2-FF83C361FB87}"/>
    <dgm:cxn modelId="{617DB43C-E349-4727-9502-C2114AE1F994}" srcId="{24E5B7AA-5D6E-4254-B043-6802741B641E}" destId="{BBF75B32-62CF-47E2-8495-DCAE7886A443}" srcOrd="1" destOrd="0" parTransId="{9484AB4C-2122-4DB4-8B06-18D8E660EC24}" sibTransId="{7B47D0F7-2C2E-409E-81B9-B67F9FF92AFD}"/>
    <dgm:cxn modelId="{1021FD3E-0E78-427D-8B48-54EE7C21EDA5}" srcId="{C5C1F098-E299-4675-A3EB-4E73628A2E58}" destId="{F6071BC4-DBC1-4D76-882C-795729D402FF}" srcOrd="0" destOrd="0" parTransId="{D3F04CAF-60B9-48F7-AFBF-3BD360C790A3}" sibTransId="{825A8DB6-7DAA-425B-B982-BB936995FC6F}"/>
    <dgm:cxn modelId="{6620C23F-EC23-4496-BD5A-3B40F4427AEC}" type="presOf" srcId="{1E7E1747-86FB-4E66-AD8F-17609BBB1B10}" destId="{42A79D28-5B81-4791-9486-033032E10804}" srcOrd="0" destOrd="0" presId="urn:microsoft.com/office/officeart/2016/7/layout/BasicTimeline"/>
    <dgm:cxn modelId="{87552E40-82A2-4CD9-AD23-27D95A0041D2}" type="presOf" srcId="{19465A9A-C5D4-4E83-8FD8-AF90F2F3833A}" destId="{AF749B0F-FDB3-4040-BAA1-BF97B5AFC9BC}" srcOrd="0" destOrd="0" presId="urn:microsoft.com/office/officeart/2016/7/layout/BasicTimeline"/>
    <dgm:cxn modelId="{880B9844-AAB1-46E6-8F32-3733ECAF1416}" type="presOf" srcId="{387D37C6-7A51-4B27-B42C-A3A817B8436C}" destId="{004519C8-06AF-4AD1-9436-05F2CEB17084}" srcOrd="0" destOrd="0" presId="urn:microsoft.com/office/officeart/2016/7/layout/BasicTimeline"/>
    <dgm:cxn modelId="{AAA74147-9A99-4F26-BBC1-FEC1AD33ECE4}" srcId="{E953F9C8-EB3E-411B-8ACD-251FAED1FA1F}" destId="{50ACCE80-EC0B-4E93-AB53-7DD5AD0EFAC6}" srcOrd="0" destOrd="0" parTransId="{8C2F00B0-F7FB-4F01-BB16-9D454EC7EEB1}" sibTransId="{7FC8CEA7-1B3D-49A9-9D37-30F0015E3A08}"/>
    <dgm:cxn modelId="{8E487167-06B0-4CD9-B970-E999D0EAA376}" type="presOf" srcId="{24E5B7AA-5D6E-4254-B043-6802741B641E}" destId="{82E81E9D-6BE2-4FA9-8335-427625E24B1E}" srcOrd="0" destOrd="0" presId="urn:microsoft.com/office/officeart/2016/7/layout/BasicTimeline"/>
    <dgm:cxn modelId="{871A464B-EEC9-495A-9B48-54C89AE3D477}" srcId="{87BC34D8-D42C-486E-9E62-0EE0C2323272}" destId="{F9758250-8EBD-46B1-B415-48A1130210FC}" srcOrd="0" destOrd="0" parTransId="{D163817E-32BB-4AB8-ADB0-3BBE33E69AC0}" sibTransId="{7C7831D4-CBF5-4CFE-966F-8E1F53880022}"/>
    <dgm:cxn modelId="{FB36E64D-EB87-4E46-A985-6C68C60366FB}" type="presOf" srcId="{EB0A6D9A-558A-4870-B91E-CD56195586A2}" destId="{577908C2-99BA-43BF-BE39-E3768BA0C52C}" srcOrd="0" destOrd="0" presId="urn:microsoft.com/office/officeart/2016/7/layout/BasicTimeline"/>
    <dgm:cxn modelId="{921FD770-8B57-48A9-826D-62FAFD68F48F}" srcId="{24E5B7AA-5D6E-4254-B043-6802741B641E}" destId="{AE726DFC-91BD-40BD-9CBB-C3932599384C}" srcOrd="2" destOrd="0" parTransId="{9B73BBA8-F598-44DF-A4E5-E588C9C7EF29}" sibTransId="{6F60C19A-8D17-448C-88BE-02FE31DB3E11}"/>
    <dgm:cxn modelId="{2A289254-83FF-4C56-84B4-01E70101A623}" srcId="{4C01575D-0B5F-4903-91DE-AF2CFD776AE8}" destId="{CCD0EF87-8B66-4C5B-AA77-C48B6CCA183A}" srcOrd="2" destOrd="0" parTransId="{45CF966C-671C-45AD-8D23-C6C88212EC75}" sibTransId="{14ADFD5D-DE42-4339-87DC-45F50A71F741}"/>
    <dgm:cxn modelId="{F2827875-308B-46A0-87D7-4C3336E40A31}" type="presOf" srcId="{C10EC28F-B54A-443B-B61F-7DF6A2650977}" destId="{82E81E9D-6BE2-4FA9-8335-427625E24B1E}" srcOrd="0" destOrd="4" presId="urn:microsoft.com/office/officeart/2016/7/layout/BasicTimeline"/>
    <dgm:cxn modelId="{5DB71F56-1B1A-437D-AFEA-FCAAAE391FA5}" type="presOf" srcId="{2F78FFB8-E94A-4AF3-A767-37DB0B3DDC46}" destId="{85197861-2430-42D9-A870-460DE39224FC}" srcOrd="0" destOrd="0" presId="urn:microsoft.com/office/officeart/2016/7/layout/BasicTimeline"/>
    <dgm:cxn modelId="{14B2F756-F526-4CCA-920E-30D51C15D1AC}" type="presOf" srcId="{D3C04181-7896-40CA-8FD0-3C78B075F4B0}" destId="{827128C2-6A31-4618-B96B-27BF0A06ED28}" srcOrd="0" destOrd="0" presId="urn:microsoft.com/office/officeart/2016/7/layout/BasicTimeline"/>
    <dgm:cxn modelId="{9E09E178-A189-4714-ABA1-1824300712CA}" srcId="{D3C04181-7896-40CA-8FD0-3C78B075F4B0}" destId="{1E7E1747-86FB-4E66-AD8F-17609BBB1B10}" srcOrd="0" destOrd="0" parTransId="{33B21BE4-616F-4A21-87AD-083F89D34C8E}" sibTransId="{77FF54F3-CFCF-4239-9FB1-087253654EEB}"/>
    <dgm:cxn modelId="{DDD52590-8117-4F1A-AC6A-33ACC315FB01}" type="presOf" srcId="{87BC34D8-D42C-486E-9E62-0EE0C2323272}" destId="{8DC83209-5305-4260-8B5C-6D344DE96527}" srcOrd="0" destOrd="0" presId="urn:microsoft.com/office/officeart/2016/7/layout/BasicTimeline"/>
    <dgm:cxn modelId="{54E2D790-100D-456A-9EC5-DAED734E7CD5}" srcId="{24E5B7AA-5D6E-4254-B043-6802741B641E}" destId="{C10EC28F-B54A-443B-B61F-7DF6A2650977}" srcOrd="3" destOrd="0" parTransId="{5A3F30F3-5E23-4010-90D1-05EAEF2F108E}" sibTransId="{83DB3E7E-42FC-46B4-A42B-C8F357FC6ECC}"/>
    <dgm:cxn modelId="{DC7B1E96-BD36-462C-80E4-6029415B48CC}" srcId="{CCD0EF87-8B66-4C5B-AA77-C48B6CCA183A}" destId="{9C7F999C-575F-4609-A93C-F1FB553A6CCC}" srcOrd="0" destOrd="0" parTransId="{7159DCA0-4774-47E1-A95F-A428FE9C4FF4}" sibTransId="{30B8BFC7-C0CB-4471-A0DD-F68C9CA6E632}"/>
    <dgm:cxn modelId="{0744BE96-1DA4-4DD5-B90F-1D64B83A4095}" type="presOf" srcId="{C0D2CDCA-E249-4754-83BF-47A751CEEA37}" destId="{42E475F2-1332-480C-80A6-F13E947A983A}" srcOrd="0" destOrd="0" presId="urn:microsoft.com/office/officeart/2016/7/layout/BasicTimeline"/>
    <dgm:cxn modelId="{3D57849F-DF3C-491F-878E-5940CDE568AE}" type="presOf" srcId="{BCA18723-C127-47DC-9B72-8B90BAEB40C9}" destId="{7C75983E-8CEB-4980-905D-C22D251164F2}" srcOrd="0" destOrd="0" presId="urn:microsoft.com/office/officeart/2016/7/layout/BasicTimeline"/>
    <dgm:cxn modelId="{534DFDA6-D86D-4B71-ABBE-B0DEFF0F8C85}" type="presOf" srcId="{BBF75B32-62CF-47E2-8495-DCAE7886A443}" destId="{82E81E9D-6BE2-4FA9-8335-427625E24B1E}" srcOrd="0" destOrd="2" presId="urn:microsoft.com/office/officeart/2016/7/layout/BasicTimeline"/>
    <dgm:cxn modelId="{BEDB44A7-7E49-4583-B77D-7F8BEC29458E}" type="presOf" srcId="{DE1FF671-9F4E-4DFD-8CDD-01F57DB3267A}" destId="{6825120C-904D-485A-8C3A-E0658FE911B6}" srcOrd="0" destOrd="0" presId="urn:microsoft.com/office/officeart/2016/7/layout/BasicTimeline"/>
    <dgm:cxn modelId="{109745B2-CCD1-4FBD-9267-32AF368D74D1}" type="presOf" srcId="{8BADF7DB-8CA1-4564-BC32-AA99F083BB3E}" destId="{F99C5195-F7AD-4C9B-98D4-452D22111AC3}" srcOrd="0" destOrd="0" presId="urn:microsoft.com/office/officeart/2016/7/layout/BasicTimeline"/>
    <dgm:cxn modelId="{079796B4-F4A0-4CDE-921D-875A71959F1F}" srcId="{4C01575D-0B5F-4903-91DE-AF2CFD776AE8}" destId="{87BC34D8-D42C-486E-9E62-0EE0C2323272}" srcOrd="9" destOrd="0" parTransId="{63CA28D9-E72B-42D8-B842-BD032E205B82}" sibTransId="{334DAADF-5C2F-4D38-8072-0E39B0E016A5}"/>
    <dgm:cxn modelId="{D48A17C6-64D0-44DA-88A6-9849400AF884}" type="presOf" srcId="{C5C1F098-E299-4675-A3EB-4E73628A2E58}" destId="{F5478B4B-812B-41ED-8BAA-DD3B2789BA0F}" srcOrd="0" destOrd="0" presId="urn:microsoft.com/office/officeart/2016/7/layout/BasicTimeline"/>
    <dgm:cxn modelId="{0F9E87CC-4FC9-49FC-AAE7-08AFEAE27983}" srcId="{4C01575D-0B5F-4903-91DE-AF2CFD776AE8}" destId="{D3C04181-7896-40CA-8FD0-3C78B075F4B0}" srcOrd="6" destOrd="0" parTransId="{B9FC35B8-0641-4988-B5B3-0B97A5D43C11}" sibTransId="{35A5BB72-71BD-4372-A19A-07B12B266208}"/>
    <dgm:cxn modelId="{CD4003D2-076F-4E8F-9B66-31EF044E50D5}" srcId="{24E5B7AA-5D6E-4254-B043-6802741B641E}" destId="{CB0B5211-7273-4FC9-A0AB-A4B5C71EC7E6}" srcOrd="0" destOrd="0" parTransId="{2C226B94-AB96-45EB-A279-8D3E8252D41A}" sibTransId="{0765D5B9-C942-4AD1-9B71-D95444A34A7D}"/>
    <dgm:cxn modelId="{883B43D8-ED38-481F-AFE5-0EDBD4224770}" srcId="{387D37C6-7A51-4B27-B42C-A3A817B8436C}" destId="{2F78FFB8-E94A-4AF3-A767-37DB0B3DDC46}" srcOrd="0" destOrd="0" parTransId="{878DE0E4-D466-4EC8-8931-18B2DB36760D}" sibTransId="{00116624-9E61-41AD-ABE9-CA1AF37D3C95}"/>
    <dgm:cxn modelId="{A3FB59DF-68B4-4CC2-9E53-7E90E072E4CF}" srcId="{4C01575D-0B5F-4903-91DE-AF2CFD776AE8}" destId="{DE1FF671-9F4E-4DFD-8CDD-01F57DB3267A}" srcOrd="0" destOrd="0" parTransId="{2522CE3A-1F3F-4D35-B6A0-F20CDA4AAA29}" sibTransId="{1C172A73-2259-44D2-BF31-02DADC023963}"/>
    <dgm:cxn modelId="{5A413FE1-322B-42E8-AACC-6C574756E9E4}" srcId="{DE1FF671-9F4E-4DFD-8CDD-01F57DB3267A}" destId="{C0D2CDCA-E249-4754-83BF-47A751CEEA37}" srcOrd="0" destOrd="0" parTransId="{D91E025F-DA68-46D4-B963-933DDA2849BE}" sibTransId="{094C5EF4-C73D-4187-BF9E-00CAF7BD3DA7}"/>
    <dgm:cxn modelId="{49F90DE9-1C61-4227-8C28-DE0E79993AF8}" type="presOf" srcId="{9C7F999C-575F-4609-A93C-F1FB553A6CCC}" destId="{B846611C-4C32-46D7-BD21-5F92EF2C0E24}" srcOrd="0" destOrd="0" presId="urn:microsoft.com/office/officeart/2016/7/layout/BasicTimeline"/>
    <dgm:cxn modelId="{464A3EEA-DDA3-48FE-A61E-5CF29E93BB87}" type="presOf" srcId="{CCD0EF87-8B66-4C5B-AA77-C48B6CCA183A}" destId="{466CBD83-5F2B-4388-89A9-A377B94DF33E}" srcOrd="0" destOrd="0" presId="urn:microsoft.com/office/officeart/2016/7/layout/BasicTimeline"/>
    <dgm:cxn modelId="{D919CEEB-2B58-4D2D-9808-5259A479CC0E}" type="presOf" srcId="{AE726DFC-91BD-40BD-9CBB-C3932599384C}" destId="{82E81E9D-6BE2-4FA9-8335-427625E24B1E}" srcOrd="0" destOrd="3" presId="urn:microsoft.com/office/officeart/2016/7/layout/BasicTimeline"/>
    <dgm:cxn modelId="{D1F813EC-5BC1-49D5-BA1C-146658DE05EC}" srcId="{19465A9A-C5D4-4E83-8FD8-AF90F2F3833A}" destId="{24E5B7AA-5D6E-4254-B043-6802741B641E}" srcOrd="0" destOrd="0" parTransId="{4D573C0D-23CC-4DB6-9044-3A62B02BDEDC}" sibTransId="{F70B3C0A-CC49-40D0-89FF-E3EBD74FE754}"/>
    <dgm:cxn modelId="{972850ED-C9F1-4047-BEA4-6DB5ED8FCB82}" type="presOf" srcId="{794AEE85-E59E-47B6-B6CB-78FE2CF785E4}" destId="{D6C05B07-B4B0-437F-87B6-3B24CA77E554}" srcOrd="0" destOrd="0" presId="urn:microsoft.com/office/officeart/2016/7/layout/BasicTimeline"/>
    <dgm:cxn modelId="{DAC7D6F1-B116-4211-AC2B-69A71A48E955}" srcId="{4C01575D-0B5F-4903-91DE-AF2CFD776AE8}" destId="{E953F9C8-EB3E-411B-8ACD-251FAED1FA1F}" srcOrd="3" destOrd="0" parTransId="{90CE2266-B982-46C3-8ADE-FD64CC39A49A}" sibTransId="{C42F7CE5-8042-4242-8883-F3F695426723}"/>
    <dgm:cxn modelId="{B0208BF5-6251-484D-B949-B9CF52EA991F}" srcId="{4C01575D-0B5F-4903-91DE-AF2CFD776AE8}" destId="{387D37C6-7A51-4B27-B42C-A3A817B8436C}" srcOrd="4" destOrd="0" parTransId="{82E92DA7-EDC1-4AB9-9756-6CC58831DFD0}" sibTransId="{33060C01-2D5D-46DC-BDB2-C929C202FC50}"/>
    <dgm:cxn modelId="{C05358F6-DC7D-4BC6-9B2D-3EA49875D963}" srcId="{4C01575D-0B5F-4903-91DE-AF2CFD776AE8}" destId="{19465A9A-C5D4-4E83-8FD8-AF90F2F3833A}" srcOrd="8" destOrd="0" parTransId="{6174E7E4-0608-450F-A8D6-7C86829129FF}" sibTransId="{C6ED7875-524D-4593-B020-A9C3BFC29115}"/>
    <dgm:cxn modelId="{F32004FB-F0C9-46CE-9CD4-622698446FB0}" srcId="{794AEE85-E59E-47B6-B6CB-78FE2CF785E4}" destId="{BCA18723-C127-47DC-9B72-8B90BAEB40C9}" srcOrd="0" destOrd="0" parTransId="{5BF2B7FB-FACC-4B9B-849E-973848240A49}" sibTransId="{1E890E4C-BFBD-4533-B436-C1851A307645}"/>
    <dgm:cxn modelId="{43EF99FC-8085-4F41-8255-49F4079A58F6}" srcId="{4C01575D-0B5F-4903-91DE-AF2CFD776AE8}" destId="{EB0A6D9A-558A-4870-B91E-CD56195586A2}" srcOrd="5" destOrd="0" parTransId="{BBC23D2F-3E01-4BF2-85C2-9AEAA67B5753}" sibTransId="{8AC67694-EED4-4327-9CA9-6937753347F0}"/>
    <dgm:cxn modelId="{0A7C1A8A-095F-41AF-B9F9-F4D1C6CC591B}" type="presParOf" srcId="{839B8E42-3ABB-473C-87D5-0E5BEC6E2652}" destId="{DEB5A7C9-13F6-4C7D-AB83-BFCB6C3959D8}" srcOrd="0" destOrd="0" presId="urn:microsoft.com/office/officeart/2016/7/layout/BasicTimeline"/>
    <dgm:cxn modelId="{3F227E4A-B55D-4776-9033-D98791B3EF22}" type="presParOf" srcId="{839B8E42-3ABB-473C-87D5-0E5BEC6E2652}" destId="{0265BA14-8469-444D-A426-B0BF59C20DDF}" srcOrd="1" destOrd="0" presId="urn:microsoft.com/office/officeart/2016/7/layout/BasicTimeline"/>
    <dgm:cxn modelId="{112ACFE7-AC7E-4951-8CC2-6CBC8B742E12}" type="presParOf" srcId="{0265BA14-8469-444D-A426-B0BF59C20DDF}" destId="{AE7E949F-7A75-4541-B21A-1AA9DF5DC1E4}" srcOrd="0" destOrd="0" presId="urn:microsoft.com/office/officeart/2016/7/layout/BasicTimeline"/>
    <dgm:cxn modelId="{69F45F24-10C8-4013-9CDE-03F509626411}" type="presParOf" srcId="{AE7E949F-7A75-4541-B21A-1AA9DF5DC1E4}" destId="{6825120C-904D-485A-8C3A-E0658FE911B6}" srcOrd="0" destOrd="0" presId="urn:microsoft.com/office/officeart/2016/7/layout/BasicTimeline"/>
    <dgm:cxn modelId="{B32F998B-E312-4959-88A7-21625C2C117E}" type="presParOf" srcId="{AE7E949F-7A75-4541-B21A-1AA9DF5DC1E4}" destId="{CE819997-C544-44FA-9EC8-5E4D0AC5279D}" srcOrd="1" destOrd="0" presId="urn:microsoft.com/office/officeart/2016/7/layout/BasicTimeline"/>
    <dgm:cxn modelId="{AEDCA457-4DC5-4FD6-9E8D-5961BA61D64B}" type="presParOf" srcId="{CE819997-C544-44FA-9EC8-5E4D0AC5279D}" destId="{42E475F2-1332-480C-80A6-F13E947A983A}" srcOrd="0" destOrd="0" presId="urn:microsoft.com/office/officeart/2016/7/layout/BasicTimeline"/>
    <dgm:cxn modelId="{D3327E3B-96C3-434D-A86E-5A8DB4700DFE}" type="presParOf" srcId="{CE819997-C544-44FA-9EC8-5E4D0AC5279D}" destId="{065EFC08-7A76-4622-8AFB-840609A34CDC}" srcOrd="1" destOrd="0" presId="urn:microsoft.com/office/officeart/2016/7/layout/BasicTimeline"/>
    <dgm:cxn modelId="{45E06629-7E49-4526-81A2-B2F070F11ADF}" type="presParOf" srcId="{AE7E949F-7A75-4541-B21A-1AA9DF5DC1E4}" destId="{B209DBAC-715E-4643-AF4D-17B6621127B8}" srcOrd="2" destOrd="0" presId="urn:microsoft.com/office/officeart/2016/7/layout/BasicTimeline"/>
    <dgm:cxn modelId="{DC0D9DD2-629A-4A05-BF38-D83D1C9F7973}" type="presParOf" srcId="{AE7E949F-7A75-4541-B21A-1AA9DF5DC1E4}" destId="{C5E7325E-A9F9-4BA0-80F6-7437610EB154}" srcOrd="3" destOrd="0" presId="urn:microsoft.com/office/officeart/2016/7/layout/BasicTimeline"/>
    <dgm:cxn modelId="{46338F5B-6F5E-4DF4-98A0-CF8B172AD67E}" type="presParOf" srcId="{AE7E949F-7A75-4541-B21A-1AA9DF5DC1E4}" destId="{E5FC0394-ED2C-4F23-9C1F-6E2BB5FEA1E2}" srcOrd="4" destOrd="0" presId="urn:microsoft.com/office/officeart/2016/7/layout/BasicTimeline"/>
    <dgm:cxn modelId="{E238E068-9E0A-46AF-81FE-5A5282C30B18}" type="presParOf" srcId="{0265BA14-8469-444D-A426-B0BF59C20DDF}" destId="{704453CE-475F-4FDB-88D3-35C405A2F04D}" srcOrd="1" destOrd="0" presId="urn:microsoft.com/office/officeart/2016/7/layout/BasicTimeline"/>
    <dgm:cxn modelId="{A2902FD3-5C93-43E8-B936-ACD454B12919}" type="presParOf" srcId="{0265BA14-8469-444D-A426-B0BF59C20DDF}" destId="{0B1D76EE-8902-4F42-AF5B-C454C811A3AD}" srcOrd="2" destOrd="0" presId="urn:microsoft.com/office/officeart/2016/7/layout/BasicTimeline"/>
    <dgm:cxn modelId="{5741B9EE-C695-43CF-90E6-482C5F29908F}" type="presParOf" srcId="{0B1D76EE-8902-4F42-AF5B-C454C811A3AD}" destId="{D6C05B07-B4B0-437F-87B6-3B24CA77E554}" srcOrd="0" destOrd="0" presId="urn:microsoft.com/office/officeart/2016/7/layout/BasicTimeline"/>
    <dgm:cxn modelId="{67B45DED-7CE8-4DBD-8EAB-D3E80BACEFAA}" type="presParOf" srcId="{0B1D76EE-8902-4F42-AF5B-C454C811A3AD}" destId="{32D8C0BF-318A-4A1B-917A-0E097DD1B478}" srcOrd="1" destOrd="0" presId="urn:microsoft.com/office/officeart/2016/7/layout/BasicTimeline"/>
    <dgm:cxn modelId="{EC65A589-EDA2-4707-8A48-64419002E91A}" type="presParOf" srcId="{32D8C0BF-318A-4A1B-917A-0E097DD1B478}" destId="{7C75983E-8CEB-4980-905D-C22D251164F2}" srcOrd="0" destOrd="0" presId="urn:microsoft.com/office/officeart/2016/7/layout/BasicTimeline"/>
    <dgm:cxn modelId="{5BED00E1-A6D9-416F-BDD9-1D9B1D23D6FE}" type="presParOf" srcId="{32D8C0BF-318A-4A1B-917A-0E097DD1B478}" destId="{01DB2AFC-48A4-468A-B4E6-5491CBFD2FEE}" srcOrd="1" destOrd="0" presId="urn:microsoft.com/office/officeart/2016/7/layout/BasicTimeline"/>
    <dgm:cxn modelId="{2C762DA5-0F1E-42B5-BFE9-7E23DF5CC065}" type="presParOf" srcId="{0B1D76EE-8902-4F42-AF5B-C454C811A3AD}" destId="{C5B2C658-4E84-4E2B-8DDD-DC05121DFA13}" srcOrd="2" destOrd="0" presId="urn:microsoft.com/office/officeart/2016/7/layout/BasicTimeline"/>
    <dgm:cxn modelId="{B0D53CC5-D10C-4ECA-AEB8-ED16B70B1E12}" type="presParOf" srcId="{0B1D76EE-8902-4F42-AF5B-C454C811A3AD}" destId="{E3CE069D-9944-48EE-9CA4-56F183CC4A5C}" srcOrd="3" destOrd="0" presId="urn:microsoft.com/office/officeart/2016/7/layout/BasicTimeline"/>
    <dgm:cxn modelId="{C4484D4A-9CD0-45AA-B6B1-5E7915163E03}" type="presParOf" srcId="{0B1D76EE-8902-4F42-AF5B-C454C811A3AD}" destId="{0BFDDCFA-E48A-409B-B8DF-894DFD0525E3}" srcOrd="4" destOrd="0" presId="urn:microsoft.com/office/officeart/2016/7/layout/BasicTimeline"/>
    <dgm:cxn modelId="{62214258-FC95-41E3-B8B7-721E2DE62D1C}" type="presParOf" srcId="{0265BA14-8469-444D-A426-B0BF59C20DDF}" destId="{90B1CD88-DC3D-4DA5-A921-38F199045E79}" srcOrd="3" destOrd="0" presId="urn:microsoft.com/office/officeart/2016/7/layout/BasicTimeline"/>
    <dgm:cxn modelId="{F83B58F3-E4B8-4FEE-999F-93E174F7951B}" type="presParOf" srcId="{0265BA14-8469-444D-A426-B0BF59C20DDF}" destId="{D06B1CEE-D18A-4174-BC07-7217E1FCB4C1}" srcOrd="4" destOrd="0" presId="urn:microsoft.com/office/officeart/2016/7/layout/BasicTimeline"/>
    <dgm:cxn modelId="{C22A479A-78AA-4653-BBA0-10CDE73A9A67}" type="presParOf" srcId="{D06B1CEE-D18A-4174-BC07-7217E1FCB4C1}" destId="{466CBD83-5F2B-4388-89A9-A377B94DF33E}" srcOrd="0" destOrd="0" presId="urn:microsoft.com/office/officeart/2016/7/layout/BasicTimeline"/>
    <dgm:cxn modelId="{0025690B-06EA-4A1C-96DE-7EF82B5EE20E}" type="presParOf" srcId="{D06B1CEE-D18A-4174-BC07-7217E1FCB4C1}" destId="{6CC08814-35FB-4BC5-B5D5-F47AF9EA146F}" srcOrd="1" destOrd="0" presId="urn:microsoft.com/office/officeart/2016/7/layout/BasicTimeline"/>
    <dgm:cxn modelId="{E5E269D1-6C91-4C52-8D05-992E04BF29B5}" type="presParOf" srcId="{6CC08814-35FB-4BC5-B5D5-F47AF9EA146F}" destId="{B846611C-4C32-46D7-BD21-5F92EF2C0E24}" srcOrd="0" destOrd="0" presId="urn:microsoft.com/office/officeart/2016/7/layout/BasicTimeline"/>
    <dgm:cxn modelId="{4B8580F9-62D3-45CE-9C69-4376FA28DD98}" type="presParOf" srcId="{6CC08814-35FB-4BC5-B5D5-F47AF9EA146F}" destId="{3BBADB1C-7028-42B9-8E97-12BBD5867F84}" srcOrd="1" destOrd="0" presId="urn:microsoft.com/office/officeart/2016/7/layout/BasicTimeline"/>
    <dgm:cxn modelId="{10012A2D-45A3-44EA-B4EB-D072B1609E1E}" type="presParOf" srcId="{D06B1CEE-D18A-4174-BC07-7217E1FCB4C1}" destId="{A97C5ABC-A5D6-4252-AC9F-B2241FF914BD}" srcOrd="2" destOrd="0" presId="urn:microsoft.com/office/officeart/2016/7/layout/BasicTimeline"/>
    <dgm:cxn modelId="{41CE2051-9B56-48B6-ACAE-46D9782C7E74}" type="presParOf" srcId="{D06B1CEE-D18A-4174-BC07-7217E1FCB4C1}" destId="{9E177A0B-F5F4-4D1F-9117-1596DABABB75}" srcOrd="3" destOrd="0" presId="urn:microsoft.com/office/officeart/2016/7/layout/BasicTimeline"/>
    <dgm:cxn modelId="{98576901-0299-4378-BE40-CBF14ED78E2E}" type="presParOf" srcId="{D06B1CEE-D18A-4174-BC07-7217E1FCB4C1}" destId="{622607F3-51A9-45EF-929A-837D7DD655A9}" srcOrd="4" destOrd="0" presId="urn:microsoft.com/office/officeart/2016/7/layout/BasicTimeline"/>
    <dgm:cxn modelId="{97DBB7DB-F85F-4C0A-B1F7-5CB4957302A9}" type="presParOf" srcId="{0265BA14-8469-444D-A426-B0BF59C20DDF}" destId="{1E63AED7-1BFD-4E60-8F97-9DEB00B1C284}" srcOrd="5" destOrd="0" presId="urn:microsoft.com/office/officeart/2016/7/layout/BasicTimeline"/>
    <dgm:cxn modelId="{41354B8D-92C7-4498-A3D4-FEBC61E83715}" type="presParOf" srcId="{0265BA14-8469-444D-A426-B0BF59C20DDF}" destId="{CF6AC6E3-BE95-4AAC-AC28-C931FBB9F2E6}" srcOrd="6" destOrd="0" presId="urn:microsoft.com/office/officeart/2016/7/layout/BasicTimeline"/>
    <dgm:cxn modelId="{A140A3DE-3668-49E6-913E-D68EA2088004}" type="presParOf" srcId="{CF6AC6E3-BE95-4AAC-AC28-C931FBB9F2E6}" destId="{A31A8411-8E80-4342-95AB-3AD0A0D6CB85}" srcOrd="0" destOrd="0" presId="urn:microsoft.com/office/officeart/2016/7/layout/BasicTimeline"/>
    <dgm:cxn modelId="{D8EDA5C5-7626-4055-AA32-FED72D358D00}" type="presParOf" srcId="{CF6AC6E3-BE95-4AAC-AC28-C931FBB9F2E6}" destId="{B52F5C12-56BA-475B-9862-85E21B3D7181}" srcOrd="1" destOrd="0" presId="urn:microsoft.com/office/officeart/2016/7/layout/BasicTimeline"/>
    <dgm:cxn modelId="{DAAAE88F-3F36-4DC4-83E0-1A30669C8BE6}" type="presParOf" srcId="{B52F5C12-56BA-475B-9862-85E21B3D7181}" destId="{3DEB71F3-0A48-4697-9019-809A9CF6FC8D}" srcOrd="0" destOrd="0" presId="urn:microsoft.com/office/officeart/2016/7/layout/BasicTimeline"/>
    <dgm:cxn modelId="{D184E1F9-C7E2-4F98-B23B-AFAABCB40889}" type="presParOf" srcId="{B52F5C12-56BA-475B-9862-85E21B3D7181}" destId="{99BF915B-71A1-44F5-994C-8E0CDF8188BF}" srcOrd="1" destOrd="0" presId="urn:microsoft.com/office/officeart/2016/7/layout/BasicTimeline"/>
    <dgm:cxn modelId="{55AC149D-5EE0-4958-AEE6-6B768B3AA524}" type="presParOf" srcId="{CF6AC6E3-BE95-4AAC-AC28-C931FBB9F2E6}" destId="{279A5110-D28B-4403-815D-0629556BB85A}" srcOrd="2" destOrd="0" presId="urn:microsoft.com/office/officeart/2016/7/layout/BasicTimeline"/>
    <dgm:cxn modelId="{4E3889FC-2437-44F3-9FEC-FD399A55F88D}" type="presParOf" srcId="{CF6AC6E3-BE95-4AAC-AC28-C931FBB9F2E6}" destId="{69524BF3-D35F-483E-9AD8-62FE5B671CA0}" srcOrd="3" destOrd="0" presId="urn:microsoft.com/office/officeart/2016/7/layout/BasicTimeline"/>
    <dgm:cxn modelId="{7D2035EF-1241-4C49-8599-14846B6708DF}" type="presParOf" srcId="{CF6AC6E3-BE95-4AAC-AC28-C931FBB9F2E6}" destId="{EE290EBD-6A38-466C-95BB-87474C3FFE33}" srcOrd="4" destOrd="0" presId="urn:microsoft.com/office/officeart/2016/7/layout/BasicTimeline"/>
    <dgm:cxn modelId="{AC056464-4031-45FD-AB19-70180AC18309}" type="presParOf" srcId="{0265BA14-8469-444D-A426-B0BF59C20DDF}" destId="{F79C3945-A5D0-49E3-ADF1-5E12F3953E42}" srcOrd="7" destOrd="0" presId="urn:microsoft.com/office/officeart/2016/7/layout/BasicTimeline"/>
    <dgm:cxn modelId="{07F21C64-1B16-499C-830A-79C3860FBD08}" type="presParOf" srcId="{0265BA14-8469-444D-A426-B0BF59C20DDF}" destId="{68E879E3-625D-4875-BBFD-146860CF699B}" srcOrd="8" destOrd="0" presId="urn:microsoft.com/office/officeart/2016/7/layout/BasicTimeline"/>
    <dgm:cxn modelId="{97AEDD6F-3F94-4ADB-AEF9-2936A35EE780}" type="presParOf" srcId="{68E879E3-625D-4875-BBFD-146860CF699B}" destId="{004519C8-06AF-4AD1-9436-05F2CEB17084}" srcOrd="0" destOrd="0" presId="urn:microsoft.com/office/officeart/2016/7/layout/BasicTimeline"/>
    <dgm:cxn modelId="{1107FCEB-27C6-4ED9-84ED-2D10EA635AB8}" type="presParOf" srcId="{68E879E3-625D-4875-BBFD-146860CF699B}" destId="{B4731B0F-0C18-49C0-B9DC-96E58CF56153}" srcOrd="1" destOrd="0" presId="urn:microsoft.com/office/officeart/2016/7/layout/BasicTimeline"/>
    <dgm:cxn modelId="{6D2885A6-1DFE-4AB3-817B-2FDACC0C7273}" type="presParOf" srcId="{B4731B0F-0C18-49C0-B9DC-96E58CF56153}" destId="{85197861-2430-42D9-A870-460DE39224FC}" srcOrd="0" destOrd="0" presId="urn:microsoft.com/office/officeart/2016/7/layout/BasicTimeline"/>
    <dgm:cxn modelId="{C42D50B4-3908-4D3C-A207-CECE3CA12951}" type="presParOf" srcId="{B4731B0F-0C18-49C0-B9DC-96E58CF56153}" destId="{F8775D77-1400-45F9-AE6A-2CA11029E37C}" srcOrd="1" destOrd="0" presId="urn:microsoft.com/office/officeart/2016/7/layout/BasicTimeline"/>
    <dgm:cxn modelId="{C1319F06-2C2D-4FDA-97A1-288EECC53EB3}" type="presParOf" srcId="{68E879E3-625D-4875-BBFD-146860CF699B}" destId="{59A8A3E0-A1FA-434D-AB57-AF0543FAFB2D}" srcOrd="2" destOrd="0" presId="urn:microsoft.com/office/officeart/2016/7/layout/BasicTimeline"/>
    <dgm:cxn modelId="{8B9A81C4-CB72-4B2D-9A78-9A36BD9FB2D1}" type="presParOf" srcId="{68E879E3-625D-4875-BBFD-146860CF699B}" destId="{C4470F3F-4D5C-4504-8EA0-0326CC344811}" srcOrd="3" destOrd="0" presId="urn:microsoft.com/office/officeart/2016/7/layout/BasicTimeline"/>
    <dgm:cxn modelId="{10323ABA-B40A-4E6E-87B1-F079704B7030}" type="presParOf" srcId="{68E879E3-625D-4875-BBFD-146860CF699B}" destId="{A24B6D31-1E8B-4B9C-9D72-768C3945EB57}" srcOrd="4" destOrd="0" presId="urn:microsoft.com/office/officeart/2016/7/layout/BasicTimeline"/>
    <dgm:cxn modelId="{B4719AD2-812A-4598-B7D5-1225F28C22C3}" type="presParOf" srcId="{0265BA14-8469-444D-A426-B0BF59C20DDF}" destId="{5F9150CB-8B54-430B-A1BF-0029B4035533}" srcOrd="9" destOrd="0" presId="urn:microsoft.com/office/officeart/2016/7/layout/BasicTimeline"/>
    <dgm:cxn modelId="{722344F1-32F2-4045-ADB5-EFCEEFDDBC27}" type="presParOf" srcId="{0265BA14-8469-444D-A426-B0BF59C20DDF}" destId="{53D35C42-37C1-473C-95D1-94F437DDD2DC}" srcOrd="10" destOrd="0" presId="urn:microsoft.com/office/officeart/2016/7/layout/BasicTimeline"/>
    <dgm:cxn modelId="{9C074DB3-363F-467D-AA79-59ABC2309F5A}" type="presParOf" srcId="{53D35C42-37C1-473C-95D1-94F437DDD2DC}" destId="{577908C2-99BA-43BF-BE39-E3768BA0C52C}" srcOrd="0" destOrd="0" presId="urn:microsoft.com/office/officeart/2016/7/layout/BasicTimeline"/>
    <dgm:cxn modelId="{5C232D85-F86A-4F7F-BF4F-3B288E3C92E3}" type="presParOf" srcId="{53D35C42-37C1-473C-95D1-94F437DDD2DC}" destId="{FADC214D-5F6F-4973-9B9D-39E80A131ED0}" srcOrd="1" destOrd="0" presId="urn:microsoft.com/office/officeart/2016/7/layout/BasicTimeline"/>
    <dgm:cxn modelId="{D9647B5A-B368-459F-88AD-4027CF9E989A}" type="presParOf" srcId="{FADC214D-5F6F-4973-9B9D-39E80A131ED0}" destId="{F99C5195-F7AD-4C9B-98D4-452D22111AC3}" srcOrd="0" destOrd="0" presId="urn:microsoft.com/office/officeart/2016/7/layout/BasicTimeline"/>
    <dgm:cxn modelId="{B2C7DB27-770D-4767-A5D6-EA241F674FE6}" type="presParOf" srcId="{FADC214D-5F6F-4973-9B9D-39E80A131ED0}" destId="{A1E3FF04-1831-4BF8-BE02-56997DE51F98}" srcOrd="1" destOrd="0" presId="urn:microsoft.com/office/officeart/2016/7/layout/BasicTimeline"/>
    <dgm:cxn modelId="{C1E948F9-7FC7-4C7B-A481-0B7C8D8A751E}" type="presParOf" srcId="{53D35C42-37C1-473C-95D1-94F437DDD2DC}" destId="{AB023DF2-1F9D-4767-B4B2-B3C4788B52CE}" srcOrd="2" destOrd="0" presId="urn:microsoft.com/office/officeart/2016/7/layout/BasicTimeline"/>
    <dgm:cxn modelId="{8DB9CC9D-F1D9-471A-86C1-8E6CFF36F992}" type="presParOf" srcId="{53D35C42-37C1-473C-95D1-94F437DDD2DC}" destId="{818292B1-EE62-4188-8F51-7FFE85508D20}" srcOrd="3" destOrd="0" presId="urn:microsoft.com/office/officeart/2016/7/layout/BasicTimeline"/>
    <dgm:cxn modelId="{46F75DF1-AC4D-4D5C-8098-52142641DBAF}" type="presParOf" srcId="{53D35C42-37C1-473C-95D1-94F437DDD2DC}" destId="{156DCE29-5A32-4465-8567-E9DF3C3E813C}" srcOrd="4" destOrd="0" presId="urn:microsoft.com/office/officeart/2016/7/layout/BasicTimeline"/>
    <dgm:cxn modelId="{A54CB243-CC03-40F8-8DB7-3C47CABEB81B}" type="presParOf" srcId="{0265BA14-8469-444D-A426-B0BF59C20DDF}" destId="{58E2AB1E-87F2-4428-BAEE-4DC836C9561C}" srcOrd="11" destOrd="0" presId="urn:microsoft.com/office/officeart/2016/7/layout/BasicTimeline"/>
    <dgm:cxn modelId="{01A6BF21-D937-419D-AFEF-1A05923C95B3}" type="presParOf" srcId="{0265BA14-8469-444D-A426-B0BF59C20DDF}" destId="{FA061385-76B7-4E12-A221-CF873CC3B357}" srcOrd="12" destOrd="0" presId="urn:microsoft.com/office/officeart/2016/7/layout/BasicTimeline"/>
    <dgm:cxn modelId="{D6B37C72-4BF7-481C-BF24-1EDD133E7797}" type="presParOf" srcId="{FA061385-76B7-4E12-A221-CF873CC3B357}" destId="{827128C2-6A31-4618-B96B-27BF0A06ED28}" srcOrd="0" destOrd="0" presId="urn:microsoft.com/office/officeart/2016/7/layout/BasicTimeline"/>
    <dgm:cxn modelId="{52647CA7-A5BB-42D1-9533-3141B766763B}" type="presParOf" srcId="{FA061385-76B7-4E12-A221-CF873CC3B357}" destId="{0E405A2B-C6C2-40CE-8341-15B2438440F0}" srcOrd="1" destOrd="0" presId="urn:microsoft.com/office/officeart/2016/7/layout/BasicTimeline"/>
    <dgm:cxn modelId="{9E8E5CB3-2DAB-42B3-BB8E-9BB81A46F4F4}" type="presParOf" srcId="{0E405A2B-C6C2-40CE-8341-15B2438440F0}" destId="{42A79D28-5B81-4791-9486-033032E10804}" srcOrd="0" destOrd="0" presId="urn:microsoft.com/office/officeart/2016/7/layout/BasicTimeline"/>
    <dgm:cxn modelId="{FEAC2601-91C4-47EA-9E8B-AF1ED392E520}" type="presParOf" srcId="{0E405A2B-C6C2-40CE-8341-15B2438440F0}" destId="{9B65D8AC-C0B5-4AC8-B5FC-F18AFC4A3214}" srcOrd="1" destOrd="0" presId="urn:microsoft.com/office/officeart/2016/7/layout/BasicTimeline"/>
    <dgm:cxn modelId="{24AF046A-097A-482A-BA27-EBFEBC1DBDE0}" type="presParOf" srcId="{FA061385-76B7-4E12-A221-CF873CC3B357}" destId="{289EE9EF-EBAC-4F95-A33F-A4CB3655E67B}" srcOrd="2" destOrd="0" presId="urn:microsoft.com/office/officeart/2016/7/layout/BasicTimeline"/>
    <dgm:cxn modelId="{48E2E9D8-76C3-4B55-A290-C0EF4005EE06}" type="presParOf" srcId="{FA061385-76B7-4E12-A221-CF873CC3B357}" destId="{8FA29CF2-3429-45EA-A32E-D51A82F18EDD}" srcOrd="3" destOrd="0" presId="urn:microsoft.com/office/officeart/2016/7/layout/BasicTimeline"/>
    <dgm:cxn modelId="{6AB76917-3A51-4173-BDB8-E84CF4D9D248}" type="presParOf" srcId="{FA061385-76B7-4E12-A221-CF873CC3B357}" destId="{FFE95646-0558-455B-96A3-53E7766F6910}" srcOrd="4" destOrd="0" presId="urn:microsoft.com/office/officeart/2016/7/layout/BasicTimeline"/>
    <dgm:cxn modelId="{9D299B99-E4E7-42B5-A399-D2FB97825F01}" type="presParOf" srcId="{0265BA14-8469-444D-A426-B0BF59C20DDF}" destId="{B360E65E-2F17-4285-A902-66E28295349B}" srcOrd="13" destOrd="0" presId="urn:microsoft.com/office/officeart/2016/7/layout/BasicTimeline"/>
    <dgm:cxn modelId="{C30A47F3-9A4D-4A03-B002-79EE53F1BC07}" type="presParOf" srcId="{0265BA14-8469-444D-A426-B0BF59C20DDF}" destId="{58C565BA-9003-4F7B-9039-538806B2420C}" srcOrd="14" destOrd="0" presId="urn:microsoft.com/office/officeart/2016/7/layout/BasicTimeline"/>
    <dgm:cxn modelId="{DDA8FA3F-CC05-4365-8CF2-F53E1A84F451}" type="presParOf" srcId="{58C565BA-9003-4F7B-9039-538806B2420C}" destId="{F5478B4B-812B-41ED-8BAA-DD3B2789BA0F}" srcOrd="0" destOrd="0" presId="urn:microsoft.com/office/officeart/2016/7/layout/BasicTimeline"/>
    <dgm:cxn modelId="{17C5DB02-87EC-4BD1-BBCF-F00174DBD5B0}" type="presParOf" srcId="{58C565BA-9003-4F7B-9039-538806B2420C}" destId="{D023A502-8A25-433B-AE5B-245CEE2A7204}" srcOrd="1" destOrd="0" presId="urn:microsoft.com/office/officeart/2016/7/layout/BasicTimeline"/>
    <dgm:cxn modelId="{540B7822-DBA0-43C2-A673-6D5CEFEC41BC}" type="presParOf" srcId="{D023A502-8A25-433B-AE5B-245CEE2A7204}" destId="{522B7A56-3031-4557-8023-A945E6F2CD36}" srcOrd="0" destOrd="0" presId="urn:microsoft.com/office/officeart/2016/7/layout/BasicTimeline"/>
    <dgm:cxn modelId="{E243C1B5-16BA-4DB4-A2D9-AF6F00AAF9D8}" type="presParOf" srcId="{D023A502-8A25-433B-AE5B-245CEE2A7204}" destId="{ACF3A152-64D4-4A4F-A632-DBBD1C255BE2}" srcOrd="1" destOrd="0" presId="urn:microsoft.com/office/officeart/2016/7/layout/BasicTimeline"/>
    <dgm:cxn modelId="{E36C6C2A-874E-43DF-B146-3FB196E8CB67}" type="presParOf" srcId="{58C565BA-9003-4F7B-9039-538806B2420C}" destId="{9F79BB11-0B10-49F1-827F-F7955531A2A8}" srcOrd="2" destOrd="0" presId="urn:microsoft.com/office/officeart/2016/7/layout/BasicTimeline"/>
    <dgm:cxn modelId="{EDCE0C30-8352-4BDC-A1D6-978E75C95ADD}" type="presParOf" srcId="{58C565BA-9003-4F7B-9039-538806B2420C}" destId="{6E280AF7-C852-4B03-8B5E-481C24E219F0}" srcOrd="3" destOrd="0" presId="urn:microsoft.com/office/officeart/2016/7/layout/BasicTimeline"/>
    <dgm:cxn modelId="{2B37DE4C-9BFD-48BB-A476-7D8E3605D1F0}" type="presParOf" srcId="{58C565BA-9003-4F7B-9039-538806B2420C}" destId="{12962EC0-7C0F-457B-B497-DB2CFF599D20}" srcOrd="4" destOrd="0" presId="urn:microsoft.com/office/officeart/2016/7/layout/BasicTimeline"/>
    <dgm:cxn modelId="{0C94A6B0-1770-46BA-8FA8-FBC5D1ED8B4E}" type="presParOf" srcId="{0265BA14-8469-444D-A426-B0BF59C20DDF}" destId="{712658D1-94C2-4B25-B297-4C9FE125B3B3}" srcOrd="15" destOrd="0" presId="urn:microsoft.com/office/officeart/2016/7/layout/BasicTimeline"/>
    <dgm:cxn modelId="{14EF2D81-44BE-4F9F-BC79-C3FDCD04CD4B}" type="presParOf" srcId="{0265BA14-8469-444D-A426-B0BF59C20DDF}" destId="{682C4B72-AF6D-4F84-887E-D80E0734894F}" srcOrd="16" destOrd="0" presId="urn:microsoft.com/office/officeart/2016/7/layout/BasicTimeline"/>
    <dgm:cxn modelId="{FAAF117F-B0BA-4CC6-94D5-CD4765AD8117}" type="presParOf" srcId="{682C4B72-AF6D-4F84-887E-D80E0734894F}" destId="{AF749B0F-FDB3-4040-BAA1-BF97B5AFC9BC}" srcOrd="0" destOrd="0" presId="urn:microsoft.com/office/officeart/2016/7/layout/BasicTimeline"/>
    <dgm:cxn modelId="{37AEDAE5-C668-489B-A037-E7CDE8FF319E}" type="presParOf" srcId="{682C4B72-AF6D-4F84-887E-D80E0734894F}" destId="{19E496F0-210A-45C1-A1AB-AF0489F531DA}" srcOrd="1" destOrd="0" presId="urn:microsoft.com/office/officeart/2016/7/layout/BasicTimeline"/>
    <dgm:cxn modelId="{D32B2579-7B6A-4465-B9C5-EA6242B70685}" type="presParOf" srcId="{19E496F0-210A-45C1-A1AB-AF0489F531DA}" destId="{82E81E9D-6BE2-4FA9-8335-427625E24B1E}" srcOrd="0" destOrd="0" presId="urn:microsoft.com/office/officeart/2016/7/layout/BasicTimeline"/>
    <dgm:cxn modelId="{DD82548F-3987-4FE0-8953-5A07BE00CFF4}" type="presParOf" srcId="{19E496F0-210A-45C1-A1AB-AF0489F531DA}" destId="{2CCABEB1-D467-490A-BE8F-65E62375826E}" srcOrd="1" destOrd="0" presId="urn:microsoft.com/office/officeart/2016/7/layout/BasicTimeline"/>
    <dgm:cxn modelId="{04B015A6-ABC0-43B7-9189-149D4581694A}" type="presParOf" srcId="{682C4B72-AF6D-4F84-887E-D80E0734894F}" destId="{721126AF-D4CC-4C62-9D11-A1DAAF971CB7}" srcOrd="2" destOrd="0" presId="urn:microsoft.com/office/officeart/2016/7/layout/BasicTimeline"/>
    <dgm:cxn modelId="{046D79E5-2B91-48E1-840C-CCDA46298B59}" type="presParOf" srcId="{682C4B72-AF6D-4F84-887E-D80E0734894F}" destId="{9BD46667-8DBF-455D-8D29-61ACA37239B0}" srcOrd="3" destOrd="0" presId="urn:microsoft.com/office/officeart/2016/7/layout/BasicTimeline"/>
    <dgm:cxn modelId="{F8D82FC8-8342-4ADF-8AED-F3B20D3537A8}" type="presParOf" srcId="{682C4B72-AF6D-4F84-887E-D80E0734894F}" destId="{8B31A0FA-5B0B-4274-BD4F-62A4C7E8F83D}" srcOrd="4" destOrd="0" presId="urn:microsoft.com/office/officeart/2016/7/layout/BasicTimeline"/>
    <dgm:cxn modelId="{75CC275C-C260-4DF2-A204-493D38976E1C}" type="presParOf" srcId="{0265BA14-8469-444D-A426-B0BF59C20DDF}" destId="{004CAB7B-9182-41BD-8BBA-C0DEB2937776}" srcOrd="17" destOrd="0" presId="urn:microsoft.com/office/officeart/2016/7/layout/BasicTimeline"/>
    <dgm:cxn modelId="{2436DA1C-4418-418A-9FB5-FE62BEA7C83C}" type="presParOf" srcId="{0265BA14-8469-444D-A426-B0BF59C20DDF}" destId="{B949D35D-0D85-447C-9E9E-8082AD25BFCC}" srcOrd="18" destOrd="0" presId="urn:microsoft.com/office/officeart/2016/7/layout/BasicTimeline"/>
    <dgm:cxn modelId="{4578F4DF-F34A-4512-80F1-3BE99DF74CEF}" type="presParOf" srcId="{B949D35D-0D85-447C-9E9E-8082AD25BFCC}" destId="{8DC83209-5305-4260-8B5C-6D344DE96527}" srcOrd="0" destOrd="0" presId="urn:microsoft.com/office/officeart/2016/7/layout/BasicTimeline"/>
    <dgm:cxn modelId="{8BDBFC58-9672-44FD-87F7-EFBF706C7DB6}" type="presParOf" srcId="{B949D35D-0D85-447C-9E9E-8082AD25BFCC}" destId="{714AB230-DF9C-4187-8941-232BABACCBBA}" srcOrd="1" destOrd="0" presId="urn:microsoft.com/office/officeart/2016/7/layout/BasicTimeline"/>
    <dgm:cxn modelId="{7361C21F-20C2-4C32-9070-772F3B0439CF}" type="presParOf" srcId="{714AB230-DF9C-4187-8941-232BABACCBBA}" destId="{95DC0C3C-540B-445B-955B-E1EF545163A5}" srcOrd="0" destOrd="0" presId="urn:microsoft.com/office/officeart/2016/7/layout/BasicTimeline"/>
    <dgm:cxn modelId="{2557F9A6-CE15-46D3-BB8E-E5A8AAC5637B}" type="presParOf" srcId="{714AB230-DF9C-4187-8941-232BABACCBBA}" destId="{D6A585D4-AFB3-4B1E-B5F9-A611D19CBA46}" srcOrd="1" destOrd="0" presId="urn:microsoft.com/office/officeart/2016/7/layout/BasicTimeline"/>
    <dgm:cxn modelId="{0127306C-0B9E-4B69-89FA-CE4E1CFFBC3D}" type="presParOf" srcId="{B949D35D-0D85-447C-9E9E-8082AD25BFCC}" destId="{AC6B6762-F465-49EF-A3B1-23C6985B8B70}" srcOrd="2" destOrd="0" presId="urn:microsoft.com/office/officeart/2016/7/layout/BasicTimeline"/>
    <dgm:cxn modelId="{687402C5-540E-4CFB-B55D-A1785A859915}" type="presParOf" srcId="{B949D35D-0D85-447C-9E9E-8082AD25BFCC}" destId="{7AF50DE1-9E24-4C70-8DEA-CCDE2CC69E29}" srcOrd="3" destOrd="0" presId="urn:microsoft.com/office/officeart/2016/7/layout/BasicTimeline"/>
    <dgm:cxn modelId="{1989ACDA-FECC-40CF-8804-30EECCFC7445}" type="presParOf" srcId="{B949D35D-0D85-447C-9E9E-8082AD25BFCC}" destId="{080B2AFE-13B9-4C36-9FF9-68D5589FD030}" srcOrd="4" destOrd="0" presId="urn:microsoft.com/office/officeart/2016/7/layout/Basic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38453C-AFF1-4DF7-88FD-2F19282BAA67}">
      <dsp:nvSpPr>
        <dsp:cNvPr id="0" name=""/>
        <dsp:cNvSpPr/>
      </dsp:nvSpPr>
      <dsp:spPr>
        <a:xfrm>
          <a:off x="478800" y="1028169"/>
          <a:ext cx="1098000" cy="1098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8E6DB6-5DC8-4135-A896-E4DE375D1D75}">
      <dsp:nvSpPr>
        <dsp:cNvPr id="0" name=""/>
        <dsp:cNvSpPr/>
      </dsp:nvSpPr>
      <dsp:spPr>
        <a:xfrm>
          <a:off x="712800" y="1262169"/>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379F5E4-9019-43AE-9BC9-59DE062FBD9E}">
      <dsp:nvSpPr>
        <dsp:cNvPr id="0" name=""/>
        <dsp:cNvSpPr/>
      </dsp:nvSpPr>
      <dsp:spPr>
        <a:xfrm>
          <a:off x="127800" y="2468169"/>
          <a:ext cx="1800000"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b="1" kern="1200">
              <a:solidFill>
                <a:schemeClr val="bg1"/>
              </a:solidFill>
            </a:rPr>
            <a:t>Analyze the digital forensic evidence provided and determine: </a:t>
          </a:r>
        </a:p>
      </dsp:txBody>
      <dsp:txXfrm>
        <a:off x="127800" y="2468169"/>
        <a:ext cx="1800000" cy="855000"/>
      </dsp:txXfrm>
    </dsp:sp>
    <dsp:sp modelId="{01D25679-24C0-4FAA-BB12-545EFC991AF6}">
      <dsp:nvSpPr>
        <dsp:cNvPr id="0" name=""/>
        <dsp:cNvSpPr/>
      </dsp:nvSpPr>
      <dsp:spPr>
        <a:xfrm>
          <a:off x="2593800" y="1028169"/>
          <a:ext cx="1098000" cy="1098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E982B5-1139-4625-B119-6D854DFC7A08}">
      <dsp:nvSpPr>
        <dsp:cNvPr id="0" name=""/>
        <dsp:cNvSpPr/>
      </dsp:nvSpPr>
      <dsp:spPr>
        <a:xfrm>
          <a:off x="2827800" y="1262168"/>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0DB7180-2443-4371-9BB8-5E53D35D0F83}">
      <dsp:nvSpPr>
        <dsp:cNvPr id="0" name=""/>
        <dsp:cNvSpPr/>
      </dsp:nvSpPr>
      <dsp:spPr>
        <a:xfrm>
          <a:off x="2242800" y="2468169"/>
          <a:ext cx="1800000"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b="1" kern="1200">
              <a:solidFill>
                <a:schemeClr val="bg1"/>
              </a:solidFill>
            </a:rPr>
            <a:t>The nature of Kenway’s involvement in artifact smuggling </a:t>
          </a:r>
        </a:p>
      </dsp:txBody>
      <dsp:txXfrm>
        <a:off x="2242800" y="2468169"/>
        <a:ext cx="1800000" cy="855000"/>
      </dsp:txXfrm>
    </dsp:sp>
    <dsp:sp modelId="{6346F106-A928-4278-BBBD-02A9957F3094}">
      <dsp:nvSpPr>
        <dsp:cNvPr id="0" name=""/>
        <dsp:cNvSpPr/>
      </dsp:nvSpPr>
      <dsp:spPr>
        <a:xfrm>
          <a:off x="4708800" y="1028169"/>
          <a:ext cx="1098000" cy="1098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EAFA144-AB26-4686-B3F6-75F43D5B304C}">
      <dsp:nvSpPr>
        <dsp:cNvPr id="0" name=""/>
        <dsp:cNvSpPr/>
      </dsp:nvSpPr>
      <dsp:spPr>
        <a:xfrm>
          <a:off x="4942800" y="1262168"/>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716D80-A5D9-483A-A4C6-917021526AA7}">
      <dsp:nvSpPr>
        <dsp:cNvPr id="0" name=""/>
        <dsp:cNvSpPr/>
      </dsp:nvSpPr>
      <dsp:spPr>
        <a:xfrm>
          <a:off x="4357800" y="2468169"/>
          <a:ext cx="1800000"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b="1" kern="1200">
              <a:solidFill>
                <a:schemeClr val="bg1"/>
              </a:solidFill>
            </a:rPr>
            <a:t>Key financial transactions that link Kenway Exports LLC to the cartel </a:t>
          </a:r>
        </a:p>
      </dsp:txBody>
      <dsp:txXfrm>
        <a:off x="4357800" y="2468169"/>
        <a:ext cx="1800000" cy="855000"/>
      </dsp:txXfrm>
    </dsp:sp>
    <dsp:sp modelId="{4B9D552C-3B63-4E8F-9A1B-3BB9F6A745B7}">
      <dsp:nvSpPr>
        <dsp:cNvPr id="0" name=""/>
        <dsp:cNvSpPr/>
      </dsp:nvSpPr>
      <dsp:spPr>
        <a:xfrm>
          <a:off x="6823800" y="1028169"/>
          <a:ext cx="1098000" cy="1098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2C4AC45-B0CF-43D5-8026-862E020638F4}">
      <dsp:nvSpPr>
        <dsp:cNvPr id="0" name=""/>
        <dsp:cNvSpPr/>
      </dsp:nvSpPr>
      <dsp:spPr>
        <a:xfrm>
          <a:off x="7057800" y="1262168"/>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AE64BD7-0285-4E39-A37C-E6658E8F895D}">
      <dsp:nvSpPr>
        <dsp:cNvPr id="0" name=""/>
        <dsp:cNvSpPr/>
      </dsp:nvSpPr>
      <dsp:spPr>
        <a:xfrm>
          <a:off x="6472800" y="2468169"/>
          <a:ext cx="1800000"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b="1" kern="1200">
              <a:solidFill>
                <a:schemeClr val="bg1"/>
              </a:solidFill>
            </a:rPr>
            <a:t>The significance of the deleted files and their potential impact on the case </a:t>
          </a:r>
        </a:p>
      </dsp:txBody>
      <dsp:txXfrm>
        <a:off x="6472800" y="2468169"/>
        <a:ext cx="1800000" cy="855000"/>
      </dsp:txXfrm>
    </dsp:sp>
    <dsp:sp modelId="{C0F16172-AA6C-42EA-AB82-6AB1DE81389E}">
      <dsp:nvSpPr>
        <dsp:cNvPr id="0" name=""/>
        <dsp:cNvSpPr/>
      </dsp:nvSpPr>
      <dsp:spPr>
        <a:xfrm>
          <a:off x="8938800" y="1028169"/>
          <a:ext cx="1098000" cy="1098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570B1F-00B9-4249-9AC9-0E87AD179A84}">
      <dsp:nvSpPr>
        <dsp:cNvPr id="0" name=""/>
        <dsp:cNvSpPr/>
      </dsp:nvSpPr>
      <dsp:spPr>
        <a:xfrm>
          <a:off x="9172800" y="1262168"/>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4692F99-65E0-4129-A5F3-AA0E470E4E90}">
      <dsp:nvSpPr>
        <dsp:cNvPr id="0" name=""/>
        <dsp:cNvSpPr/>
      </dsp:nvSpPr>
      <dsp:spPr>
        <a:xfrm>
          <a:off x="8587800" y="2468169"/>
          <a:ext cx="1800000"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b="1" kern="1200">
              <a:solidFill>
                <a:schemeClr val="bg1"/>
              </a:solidFill>
            </a:rPr>
            <a:t>Any additional individuals or organizations implicated </a:t>
          </a:r>
        </a:p>
      </dsp:txBody>
      <dsp:txXfrm>
        <a:off x="8587800" y="2468169"/>
        <a:ext cx="1800000" cy="855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474D10-D2DC-466E-8B45-7A17D8A3BFB2}">
      <dsp:nvSpPr>
        <dsp:cNvPr id="0" name=""/>
        <dsp:cNvSpPr/>
      </dsp:nvSpPr>
      <dsp:spPr>
        <a:xfrm>
          <a:off x="0" y="0"/>
          <a:ext cx="10515600" cy="0"/>
        </a:xfrm>
        <a:prstGeom prst="line">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3226349-322A-4CCF-B0F3-5B6BCF4A6483}">
      <dsp:nvSpPr>
        <dsp:cNvPr id="0" name=""/>
        <dsp:cNvSpPr/>
      </dsp:nvSpPr>
      <dsp:spPr>
        <a:xfrm>
          <a:off x="0" y="0"/>
          <a:ext cx="105156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a:solidFill>
                <a:schemeClr val="bg1"/>
              </a:solidFill>
            </a:rPr>
            <a:t>Suppliers</a:t>
          </a:r>
          <a:r>
            <a:rPr lang="en-US" sz="1800" kern="1200">
              <a:solidFill>
                <a:schemeClr val="bg1"/>
              </a:solidFill>
            </a:rPr>
            <a:t>: Y.M. (Cairo), D.R. (Istanbul)</a:t>
          </a:r>
        </a:p>
      </dsp:txBody>
      <dsp:txXfrm>
        <a:off x="0" y="0"/>
        <a:ext cx="10515600" cy="1087834"/>
      </dsp:txXfrm>
    </dsp:sp>
    <dsp:sp modelId="{4CD5A40B-D5CF-41F0-9503-119CFF569E38}">
      <dsp:nvSpPr>
        <dsp:cNvPr id="0" name=""/>
        <dsp:cNvSpPr/>
      </dsp:nvSpPr>
      <dsp:spPr>
        <a:xfrm>
          <a:off x="0" y="1087834"/>
          <a:ext cx="10515600" cy="0"/>
        </a:xfrm>
        <a:prstGeom prst="line">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A0BA351-74CA-41DB-AB82-74CD45DA04DC}">
      <dsp:nvSpPr>
        <dsp:cNvPr id="0" name=""/>
        <dsp:cNvSpPr/>
      </dsp:nvSpPr>
      <dsp:spPr>
        <a:xfrm>
          <a:off x="0" y="1087834"/>
          <a:ext cx="105156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a:solidFill>
                <a:schemeClr val="bg1"/>
              </a:solidFill>
            </a:rPr>
            <a:t>Buyers</a:t>
          </a:r>
          <a:r>
            <a:rPr lang="en-US" sz="1800" kern="1200">
              <a:solidFill>
                <a:schemeClr val="bg1"/>
              </a:solidFill>
            </a:rPr>
            <a:t>: A.M. (Dubai), F.M. (Paris), L.T. (Hong Kong)</a:t>
          </a:r>
        </a:p>
      </dsp:txBody>
      <dsp:txXfrm>
        <a:off x="0" y="1087834"/>
        <a:ext cx="10515600" cy="1087834"/>
      </dsp:txXfrm>
    </dsp:sp>
    <dsp:sp modelId="{75F2700B-1831-4816-873C-C4E0591A275E}">
      <dsp:nvSpPr>
        <dsp:cNvPr id="0" name=""/>
        <dsp:cNvSpPr/>
      </dsp:nvSpPr>
      <dsp:spPr>
        <a:xfrm>
          <a:off x="0" y="2175669"/>
          <a:ext cx="10515600" cy="0"/>
        </a:xfrm>
        <a:prstGeom prst="line">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2008E4A-1472-45EA-B6DD-725B69737FD9}">
      <dsp:nvSpPr>
        <dsp:cNvPr id="0" name=""/>
        <dsp:cNvSpPr/>
      </dsp:nvSpPr>
      <dsp:spPr>
        <a:xfrm>
          <a:off x="0" y="2175669"/>
          <a:ext cx="105156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a:solidFill>
                <a:schemeClr val="bg1"/>
              </a:solidFill>
            </a:rPr>
            <a:t>Communications</a:t>
          </a:r>
          <a:r>
            <a:rPr lang="en-US" sz="1800" kern="1200">
              <a:solidFill>
                <a:schemeClr val="bg1"/>
              </a:solidFill>
            </a:rPr>
            <a:t> were encrypted via </a:t>
          </a:r>
          <a:r>
            <a:rPr lang="en-US" sz="1800" b="1" kern="1200" err="1">
              <a:solidFill>
                <a:schemeClr val="bg1"/>
              </a:solidFill>
            </a:rPr>
            <a:t>ProtonMail</a:t>
          </a:r>
          <a:r>
            <a:rPr lang="en-US" sz="1800" kern="1200">
              <a:solidFill>
                <a:schemeClr val="bg1"/>
              </a:solidFill>
            </a:rPr>
            <a:t>, </a:t>
          </a:r>
          <a:r>
            <a:rPr lang="en-US" sz="1800" b="1" kern="1200">
              <a:solidFill>
                <a:schemeClr val="bg1"/>
              </a:solidFill>
            </a:rPr>
            <a:t>Tuta.io</a:t>
          </a:r>
          <a:r>
            <a:rPr lang="en-US" sz="1800" kern="1200">
              <a:solidFill>
                <a:schemeClr val="bg1"/>
              </a:solidFill>
            </a:rPr>
            <a:t>, and </a:t>
          </a:r>
          <a:r>
            <a:rPr lang="en-US" sz="1800" b="1" kern="1200">
              <a:solidFill>
                <a:schemeClr val="bg1"/>
              </a:solidFill>
            </a:rPr>
            <a:t>SecureMail</a:t>
          </a:r>
          <a:endParaRPr lang="en-US" sz="1800" kern="1200">
            <a:solidFill>
              <a:schemeClr val="bg1"/>
            </a:solidFill>
          </a:endParaRPr>
        </a:p>
      </dsp:txBody>
      <dsp:txXfrm>
        <a:off x="0" y="2175669"/>
        <a:ext cx="10515600" cy="1087834"/>
      </dsp:txXfrm>
    </dsp:sp>
    <dsp:sp modelId="{539F4118-66AD-4C6D-A561-2DB4B6999BA1}">
      <dsp:nvSpPr>
        <dsp:cNvPr id="0" name=""/>
        <dsp:cNvSpPr/>
      </dsp:nvSpPr>
      <dsp:spPr>
        <a:xfrm>
          <a:off x="0" y="3263503"/>
          <a:ext cx="10515600" cy="0"/>
        </a:xfrm>
        <a:prstGeom prst="line">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3AAB2B-4C4A-47B3-8A1C-9B15C2D3A1D1}">
      <dsp:nvSpPr>
        <dsp:cNvPr id="0" name=""/>
        <dsp:cNvSpPr/>
      </dsp:nvSpPr>
      <dsp:spPr>
        <a:xfrm>
          <a:off x="0" y="3263503"/>
          <a:ext cx="105156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a:solidFill>
                <a:schemeClr val="bg1"/>
              </a:solidFill>
            </a:rPr>
            <a:t>Transactions</a:t>
          </a:r>
          <a:r>
            <a:rPr lang="en-US" sz="1800" kern="1200">
              <a:solidFill>
                <a:schemeClr val="bg1"/>
              </a:solidFill>
            </a:rPr>
            <a:t> spanned legitimate exports, crypto wallets, and concealed shipment labels</a:t>
          </a:r>
        </a:p>
      </dsp:txBody>
      <dsp:txXfrm>
        <a:off x="0" y="3263503"/>
        <a:ext cx="10515600" cy="108783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B5A7C9-13F6-4C7D-AB83-BFCB6C3959D8}">
      <dsp:nvSpPr>
        <dsp:cNvPr id="0" name=""/>
        <dsp:cNvSpPr/>
      </dsp:nvSpPr>
      <dsp:spPr>
        <a:xfrm>
          <a:off x="0" y="2175669"/>
          <a:ext cx="10515600" cy="0"/>
        </a:xfrm>
        <a:prstGeom prst="line">
          <a:avLst/>
        </a:prstGeom>
        <a:solidFill>
          <a:schemeClr val="accent4">
            <a:alpha val="90000"/>
            <a:tint val="40000"/>
            <a:hueOff val="0"/>
            <a:satOff val="0"/>
            <a:lumOff val="0"/>
            <a:alphaOff val="0"/>
          </a:schemeClr>
        </a:solidFill>
        <a:ln w="12700" cap="flat" cmpd="sng" algn="ctr">
          <a:solidFill>
            <a:schemeClr val="accent4">
              <a:alpha val="90000"/>
              <a:tint val="4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6825120C-904D-485A-8C3A-E0658FE911B6}">
      <dsp:nvSpPr>
        <dsp:cNvPr id="0" name=""/>
        <dsp:cNvSpPr/>
      </dsp:nvSpPr>
      <dsp:spPr>
        <a:xfrm>
          <a:off x="112584" y="2336668"/>
          <a:ext cx="1353811"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22300">
            <a:lnSpc>
              <a:spcPct val="90000"/>
            </a:lnSpc>
            <a:spcBef>
              <a:spcPct val="0"/>
            </a:spcBef>
            <a:spcAft>
              <a:spcPct val="35000"/>
            </a:spcAft>
            <a:buNone/>
            <a:defRPr b="1"/>
          </a:pPr>
          <a:r>
            <a:rPr lang="en-US" sz="1400" b="1" kern="1200">
              <a:solidFill>
                <a:schemeClr val="tx1"/>
              </a:solidFill>
            </a:rPr>
            <a:t>1 Oct. 24</a:t>
          </a:r>
        </a:p>
      </dsp:txBody>
      <dsp:txXfrm>
        <a:off x="112584" y="2336668"/>
        <a:ext cx="1353811" cy="491701"/>
      </dsp:txXfrm>
    </dsp:sp>
    <dsp:sp modelId="{42E475F2-1332-480C-80A6-F13E947A983A}">
      <dsp:nvSpPr>
        <dsp:cNvPr id="0" name=""/>
        <dsp:cNvSpPr/>
      </dsp:nvSpPr>
      <dsp:spPr>
        <a:xfrm>
          <a:off x="20279" y="96953"/>
          <a:ext cx="1538422" cy="1251961"/>
        </a:xfrm>
        <a:prstGeom prst="round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b="1" kern="1200">
              <a:solidFill>
                <a:schemeClr val="tx1"/>
              </a:solidFill>
            </a:rPr>
            <a:t>Global Antiques Ltd. in London receives a shipment of decorative vases.</a:t>
          </a:r>
        </a:p>
      </dsp:txBody>
      <dsp:txXfrm>
        <a:off x="81395" y="158069"/>
        <a:ext cx="1416190" cy="1129729"/>
      </dsp:txXfrm>
    </dsp:sp>
    <dsp:sp modelId="{B209DBAC-715E-4643-AF4D-17B6621127B8}">
      <dsp:nvSpPr>
        <dsp:cNvPr id="0" name=""/>
        <dsp:cNvSpPr/>
      </dsp:nvSpPr>
      <dsp:spPr>
        <a:xfrm>
          <a:off x="789490" y="1348914"/>
          <a:ext cx="0" cy="826754"/>
        </a:xfrm>
        <a:prstGeom prst="line">
          <a:avLst/>
        </a:prstGeom>
        <a:noFill/>
        <a:ln w="6350" cap="flat" cmpd="sng" algn="ctr">
          <a:solidFill>
            <a:schemeClr val="accent4">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D6C05B07-B4B0-437F-87B6-3B24CA77E554}">
      <dsp:nvSpPr>
        <dsp:cNvPr id="0" name=""/>
        <dsp:cNvSpPr/>
      </dsp:nvSpPr>
      <dsp:spPr>
        <a:xfrm>
          <a:off x="1004869" y="1522968"/>
          <a:ext cx="1353811"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622300">
            <a:lnSpc>
              <a:spcPct val="90000"/>
            </a:lnSpc>
            <a:spcBef>
              <a:spcPct val="0"/>
            </a:spcBef>
            <a:spcAft>
              <a:spcPct val="35000"/>
            </a:spcAft>
            <a:buNone/>
            <a:defRPr b="1"/>
          </a:pPr>
          <a:r>
            <a:rPr lang="en-US" sz="1400" b="1" kern="1200">
              <a:solidFill>
                <a:schemeClr val="tx1"/>
              </a:solidFill>
            </a:rPr>
            <a:t>22 Jan. 24</a:t>
          </a:r>
        </a:p>
      </dsp:txBody>
      <dsp:txXfrm>
        <a:off x="1004869" y="1522968"/>
        <a:ext cx="1353811" cy="491701"/>
      </dsp:txXfrm>
    </dsp:sp>
    <dsp:sp modelId="{C5E7325E-A9F9-4BA0-80F6-7437610EB154}">
      <dsp:nvSpPr>
        <dsp:cNvPr id="0" name=""/>
        <dsp:cNvSpPr/>
      </dsp:nvSpPr>
      <dsp:spPr>
        <a:xfrm>
          <a:off x="756855" y="2143033"/>
          <a:ext cx="65270" cy="65270"/>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75983E-8CEB-4980-905D-C22D251164F2}">
      <dsp:nvSpPr>
        <dsp:cNvPr id="0" name=""/>
        <dsp:cNvSpPr/>
      </dsp:nvSpPr>
      <dsp:spPr>
        <a:xfrm>
          <a:off x="912564" y="3002423"/>
          <a:ext cx="1538422" cy="1348914"/>
        </a:xfrm>
        <a:prstGeom prst="round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b="1" kern="1200">
              <a:solidFill>
                <a:schemeClr val="tx1"/>
              </a:solidFill>
            </a:rPr>
            <a:t>Heritage Traders (Tokyo) receives a shipment of historic sculptures valued at $120,000.</a:t>
          </a:r>
        </a:p>
      </dsp:txBody>
      <dsp:txXfrm>
        <a:off x="978413" y="3068272"/>
        <a:ext cx="1406724" cy="1217216"/>
      </dsp:txXfrm>
    </dsp:sp>
    <dsp:sp modelId="{C5B2C658-4E84-4E2B-8DDD-DC05121DFA13}">
      <dsp:nvSpPr>
        <dsp:cNvPr id="0" name=""/>
        <dsp:cNvSpPr/>
      </dsp:nvSpPr>
      <dsp:spPr>
        <a:xfrm>
          <a:off x="1681775" y="2175668"/>
          <a:ext cx="0" cy="826754"/>
        </a:xfrm>
        <a:prstGeom prst="line">
          <a:avLst/>
        </a:prstGeom>
        <a:noFill/>
        <a:ln w="6350" cap="flat" cmpd="sng" algn="ctr">
          <a:solidFill>
            <a:schemeClr val="accent4">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466CBD83-5F2B-4388-89A9-A377B94DF33E}">
      <dsp:nvSpPr>
        <dsp:cNvPr id="0" name=""/>
        <dsp:cNvSpPr/>
      </dsp:nvSpPr>
      <dsp:spPr>
        <a:xfrm>
          <a:off x="1897154" y="2336668"/>
          <a:ext cx="1353811"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22300">
            <a:lnSpc>
              <a:spcPct val="90000"/>
            </a:lnSpc>
            <a:spcBef>
              <a:spcPct val="0"/>
            </a:spcBef>
            <a:spcAft>
              <a:spcPct val="35000"/>
            </a:spcAft>
            <a:buNone/>
            <a:defRPr b="1"/>
          </a:pPr>
          <a:r>
            <a:rPr lang="en-US" sz="1400" b="1" kern="1200">
              <a:solidFill>
                <a:schemeClr val="tx1"/>
              </a:solidFill>
            </a:rPr>
            <a:t>2 May 24</a:t>
          </a:r>
        </a:p>
      </dsp:txBody>
      <dsp:txXfrm>
        <a:off x="1897154" y="2336668"/>
        <a:ext cx="1353811" cy="491701"/>
      </dsp:txXfrm>
    </dsp:sp>
    <dsp:sp modelId="{E3CE069D-9944-48EE-9CA4-56F183CC4A5C}">
      <dsp:nvSpPr>
        <dsp:cNvPr id="0" name=""/>
        <dsp:cNvSpPr/>
      </dsp:nvSpPr>
      <dsp:spPr>
        <a:xfrm>
          <a:off x="1649140" y="2143033"/>
          <a:ext cx="65270" cy="65270"/>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846611C-4C32-46D7-BD21-5F92EF2C0E24}">
      <dsp:nvSpPr>
        <dsp:cNvPr id="0" name=""/>
        <dsp:cNvSpPr/>
      </dsp:nvSpPr>
      <dsp:spPr>
        <a:xfrm>
          <a:off x="1804849" y="0"/>
          <a:ext cx="1538422" cy="1348914"/>
        </a:xfrm>
        <a:prstGeom prst="round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b="1" kern="1200">
              <a:solidFill>
                <a:schemeClr val="tx1"/>
              </a:solidFill>
            </a:rPr>
            <a:t>Kenway emails unknowncontact@tuta.io confirming "shipment pieces are in transit" and the route is clear.</a:t>
          </a:r>
        </a:p>
      </dsp:txBody>
      <dsp:txXfrm>
        <a:off x="1870698" y="65849"/>
        <a:ext cx="1406724" cy="1217216"/>
      </dsp:txXfrm>
    </dsp:sp>
    <dsp:sp modelId="{A97C5ABC-A5D6-4252-AC9F-B2241FF914BD}">
      <dsp:nvSpPr>
        <dsp:cNvPr id="0" name=""/>
        <dsp:cNvSpPr/>
      </dsp:nvSpPr>
      <dsp:spPr>
        <a:xfrm>
          <a:off x="2574060" y="1348914"/>
          <a:ext cx="0" cy="826754"/>
        </a:xfrm>
        <a:prstGeom prst="line">
          <a:avLst/>
        </a:prstGeom>
        <a:noFill/>
        <a:ln w="6350" cap="flat" cmpd="sng" algn="ctr">
          <a:solidFill>
            <a:schemeClr val="accent4">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A31A8411-8E80-4342-95AB-3AD0A0D6CB85}">
      <dsp:nvSpPr>
        <dsp:cNvPr id="0" name=""/>
        <dsp:cNvSpPr/>
      </dsp:nvSpPr>
      <dsp:spPr>
        <a:xfrm>
          <a:off x="3097793" y="1753370"/>
          <a:ext cx="1353811" cy="1709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622300">
            <a:lnSpc>
              <a:spcPct val="90000"/>
            </a:lnSpc>
            <a:spcBef>
              <a:spcPct val="0"/>
            </a:spcBef>
            <a:spcAft>
              <a:spcPct val="35000"/>
            </a:spcAft>
            <a:buNone/>
            <a:defRPr b="1"/>
          </a:pPr>
          <a:r>
            <a:rPr lang="en-US" sz="1400" b="1" kern="1200">
              <a:solidFill>
                <a:schemeClr val="tx1"/>
              </a:solidFill>
            </a:rPr>
            <a:t>2 Aug. 24</a:t>
          </a:r>
        </a:p>
      </dsp:txBody>
      <dsp:txXfrm>
        <a:off x="3097793" y="1753370"/>
        <a:ext cx="1353811" cy="170969"/>
      </dsp:txXfrm>
    </dsp:sp>
    <dsp:sp modelId="{9E177A0B-F5F4-4D1F-9117-1596DABABB75}">
      <dsp:nvSpPr>
        <dsp:cNvPr id="0" name=""/>
        <dsp:cNvSpPr/>
      </dsp:nvSpPr>
      <dsp:spPr>
        <a:xfrm>
          <a:off x="2541425" y="2143033"/>
          <a:ext cx="65270" cy="65270"/>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DEB71F3-0A48-4697-9019-809A9CF6FC8D}">
      <dsp:nvSpPr>
        <dsp:cNvPr id="0" name=""/>
        <dsp:cNvSpPr/>
      </dsp:nvSpPr>
      <dsp:spPr>
        <a:xfrm>
          <a:off x="2697134" y="2813748"/>
          <a:ext cx="2155129" cy="1307187"/>
        </a:xfrm>
        <a:prstGeom prst="round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b="1" kern="1200">
              <a:solidFill>
                <a:schemeClr val="tx1"/>
              </a:solidFill>
            </a:rPr>
            <a:t>Kenway receives a reply from unknownbuyer770@tuta.io expressing concern about the price and requesting it be adjusted “closer to 1.2”.</a:t>
          </a:r>
        </a:p>
      </dsp:txBody>
      <dsp:txXfrm>
        <a:off x="2760946" y="2877560"/>
        <a:ext cx="2027505" cy="1179563"/>
      </dsp:txXfrm>
    </dsp:sp>
    <dsp:sp modelId="{279A5110-D28B-4403-815D-0629556BB85A}">
      <dsp:nvSpPr>
        <dsp:cNvPr id="0" name=""/>
        <dsp:cNvSpPr/>
      </dsp:nvSpPr>
      <dsp:spPr>
        <a:xfrm>
          <a:off x="3774699" y="2406071"/>
          <a:ext cx="0" cy="287471"/>
        </a:xfrm>
        <a:prstGeom prst="line">
          <a:avLst/>
        </a:prstGeom>
        <a:noFill/>
        <a:ln w="6350" cap="flat" cmpd="sng" algn="ctr">
          <a:solidFill>
            <a:schemeClr val="accent4">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004519C8-06AF-4AD1-9436-05F2CEB17084}">
      <dsp:nvSpPr>
        <dsp:cNvPr id="0" name=""/>
        <dsp:cNvSpPr/>
      </dsp:nvSpPr>
      <dsp:spPr>
        <a:xfrm>
          <a:off x="4381960" y="2509666"/>
          <a:ext cx="1353811"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22300">
            <a:lnSpc>
              <a:spcPct val="90000"/>
            </a:lnSpc>
            <a:spcBef>
              <a:spcPct val="0"/>
            </a:spcBef>
            <a:spcAft>
              <a:spcPct val="35000"/>
            </a:spcAft>
            <a:buNone/>
            <a:defRPr b="1"/>
          </a:pPr>
          <a:r>
            <a:rPr lang="en-US" sz="1400" b="1" kern="1200">
              <a:solidFill>
                <a:schemeClr val="tx1"/>
              </a:solidFill>
            </a:rPr>
            <a:t>2 Dec. 24</a:t>
          </a:r>
        </a:p>
      </dsp:txBody>
      <dsp:txXfrm>
        <a:off x="4381960" y="2509666"/>
        <a:ext cx="1353811" cy="491701"/>
      </dsp:txXfrm>
    </dsp:sp>
    <dsp:sp modelId="{69524BF3-D35F-483E-9AD8-62FE5B671CA0}">
      <dsp:nvSpPr>
        <dsp:cNvPr id="0" name=""/>
        <dsp:cNvSpPr/>
      </dsp:nvSpPr>
      <dsp:spPr>
        <a:xfrm>
          <a:off x="3742064" y="2394724"/>
          <a:ext cx="65270" cy="22695"/>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197861-2430-42D9-A870-460DE39224FC}">
      <dsp:nvSpPr>
        <dsp:cNvPr id="0" name=""/>
        <dsp:cNvSpPr/>
      </dsp:nvSpPr>
      <dsp:spPr>
        <a:xfrm>
          <a:off x="4206126" y="-172998"/>
          <a:ext cx="1705479" cy="2040908"/>
        </a:xfrm>
        <a:prstGeom prst="round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b="1" kern="1200">
              <a:solidFill>
                <a:schemeClr val="tx1"/>
              </a:solidFill>
            </a:rPr>
            <a:t>Kenway emails fieldagent@securemail.com requesting updates on items from Luxor. Emphasizes discretion and notes the find might be “something truly special.”</a:t>
          </a:r>
        </a:p>
      </dsp:txBody>
      <dsp:txXfrm>
        <a:off x="4289381" y="-89743"/>
        <a:ext cx="1538969" cy="1874398"/>
      </dsp:txXfrm>
    </dsp:sp>
    <dsp:sp modelId="{59A8A3E0-A1FA-434D-AB57-AF0543FAFB2D}">
      <dsp:nvSpPr>
        <dsp:cNvPr id="0" name=""/>
        <dsp:cNvSpPr/>
      </dsp:nvSpPr>
      <dsp:spPr>
        <a:xfrm>
          <a:off x="5058866" y="1521913"/>
          <a:ext cx="0" cy="826754"/>
        </a:xfrm>
        <a:prstGeom prst="line">
          <a:avLst/>
        </a:prstGeom>
        <a:noFill/>
        <a:ln w="6350" cap="flat" cmpd="sng" algn="ctr">
          <a:solidFill>
            <a:schemeClr val="accent4">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577908C2-99BA-43BF-BE39-E3768BA0C52C}">
      <dsp:nvSpPr>
        <dsp:cNvPr id="0" name=""/>
        <dsp:cNvSpPr/>
      </dsp:nvSpPr>
      <dsp:spPr>
        <a:xfrm>
          <a:off x="5357774" y="1522968"/>
          <a:ext cx="1353811"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622300">
            <a:lnSpc>
              <a:spcPct val="90000"/>
            </a:lnSpc>
            <a:spcBef>
              <a:spcPct val="0"/>
            </a:spcBef>
            <a:spcAft>
              <a:spcPct val="35000"/>
            </a:spcAft>
            <a:buNone/>
            <a:defRPr b="1"/>
          </a:pPr>
          <a:r>
            <a:rPr lang="en-US" sz="1400" b="1" kern="1200">
              <a:solidFill>
                <a:schemeClr val="tx1"/>
              </a:solidFill>
            </a:rPr>
            <a:t>15 Mar. 24</a:t>
          </a:r>
        </a:p>
      </dsp:txBody>
      <dsp:txXfrm>
        <a:off x="5357774" y="1522968"/>
        <a:ext cx="1353811" cy="491701"/>
      </dsp:txXfrm>
    </dsp:sp>
    <dsp:sp modelId="{C4470F3F-4D5C-4504-8EA0-0326CC344811}">
      <dsp:nvSpPr>
        <dsp:cNvPr id="0" name=""/>
        <dsp:cNvSpPr/>
      </dsp:nvSpPr>
      <dsp:spPr>
        <a:xfrm>
          <a:off x="5026231" y="2316032"/>
          <a:ext cx="65270" cy="65270"/>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99C5195-F7AD-4C9B-98D4-452D22111AC3}">
      <dsp:nvSpPr>
        <dsp:cNvPr id="0" name=""/>
        <dsp:cNvSpPr/>
      </dsp:nvSpPr>
      <dsp:spPr>
        <a:xfrm>
          <a:off x="5265469" y="3002423"/>
          <a:ext cx="1538422" cy="1348914"/>
        </a:xfrm>
        <a:prstGeom prst="round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b="1" kern="1200">
              <a:solidFill>
                <a:schemeClr val="tx1"/>
              </a:solidFill>
            </a:rPr>
            <a:t>Shipment of medieval artifacts valued at $102,000 sent to Cultural Treasures Ltd. in Paris.</a:t>
          </a:r>
        </a:p>
      </dsp:txBody>
      <dsp:txXfrm>
        <a:off x="5331318" y="3068272"/>
        <a:ext cx="1406724" cy="1217216"/>
      </dsp:txXfrm>
    </dsp:sp>
    <dsp:sp modelId="{AB023DF2-1F9D-4767-B4B2-B3C4788B52CE}">
      <dsp:nvSpPr>
        <dsp:cNvPr id="0" name=""/>
        <dsp:cNvSpPr/>
      </dsp:nvSpPr>
      <dsp:spPr>
        <a:xfrm>
          <a:off x="6034680" y="2175668"/>
          <a:ext cx="0" cy="826754"/>
        </a:xfrm>
        <a:prstGeom prst="line">
          <a:avLst/>
        </a:prstGeom>
        <a:noFill/>
        <a:ln w="6350" cap="flat" cmpd="sng" algn="ctr">
          <a:solidFill>
            <a:schemeClr val="accent4">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827128C2-6A31-4618-B96B-27BF0A06ED28}">
      <dsp:nvSpPr>
        <dsp:cNvPr id="0" name=""/>
        <dsp:cNvSpPr/>
      </dsp:nvSpPr>
      <dsp:spPr>
        <a:xfrm>
          <a:off x="6250059" y="2336668"/>
          <a:ext cx="1353811"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22300">
            <a:lnSpc>
              <a:spcPct val="90000"/>
            </a:lnSpc>
            <a:spcBef>
              <a:spcPct val="0"/>
            </a:spcBef>
            <a:spcAft>
              <a:spcPct val="35000"/>
            </a:spcAft>
            <a:buNone/>
            <a:defRPr b="1"/>
          </a:pPr>
          <a:r>
            <a:rPr lang="en-US" sz="1400" b="1" kern="1200">
              <a:solidFill>
                <a:schemeClr val="tx1"/>
              </a:solidFill>
            </a:rPr>
            <a:t>28 Mar. 24</a:t>
          </a:r>
        </a:p>
      </dsp:txBody>
      <dsp:txXfrm>
        <a:off x="6250059" y="2336668"/>
        <a:ext cx="1353811" cy="491701"/>
      </dsp:txXfrm>
    </dsp:sp>
    <dsp:sp modelId="{818292B1-EE62-4188-8F51-7FFE85508D20}">
      <dsp:nvSpPr>
        <dsp:cNvPr id="0" name=""/>
        <dsp:cNvSpPr/>
      </dsp:nvSpPr>
      <dsp:spPr>
        <a:xfrm>
          <a:off x="6002045" y="2143033"/>
          <a:ext cx="65270" cy="65270"/>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A79D28-5B81-4791-9486-033032E10804}">
      <dsp:nvSpPr>
        <dsp:cNvPr id="0" name=""/>
        <dsp:cNvSpPr/>
      </dsp:nvSpPr>
      <dsp:spPr>
        <a:xfrm>
          <a:off x="6157754" y="282429"/>
          <a:ext cx="1538422" cy="1066485"/>
        </a:xfrm>
        <a:prstGeom prst="round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b="1" kern="1200">
              <a:solidFill>
                <a:schemeClr val="tx1"/>
              </a:solidFill>
            </a:rPr>
            <a:t>Kenway's company logs a $35,000 legal consultation expense.</a:t>
          </a:r>
        </a:p>
      </dsp:txBody>
      <dsp:txXfrm>
        <a:off x="6209816" y="334491"/>
        <a:ext cx="1434298" cy="962361"/>
      </dsp:txXfrm>
    </dsp:sp>
    <dsp:sp modelId="{289EE9EF-EBAC-4F95-A33F-A4CB3655E67B}">
      <dsp:nvSpPr>
        <dsp:cNvPr id="0" name=""/>
        <dsp:cNvSpPr/>
      </dsp:nvSpPr>
      <dsp:spPr>
        <a:xfrm>
          <a:off x="6926965" y="1348914"/>
          <a:ext cx="0" cy="826754"/>
        </a:xfrm>
        <a:prstGeom prst="line">
          <a:avLst/>
        </a:prstGeom>
        <a:noFill/>
        <a:ln w="6350" cap="flat" cmpd="sng" algn="ctr">
          <a:solidFill>
            <a:schemeClr val="accent4">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F5478B4B-812B-41ED-8BAA-DD3B2789BA0F}">
      <dsp:nvSpPr>
        <dsp:cNvPr id="0" name=""/>
        <dsp:cNvSpPr/>
      </dsp:nvSpPr>
      <dsp:spPr>
        <a:xfrm>
          <a:off x="7142344" y="1522968"/>
          <a:ext cx="1353811"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622300">
            <a:lnSpc>
              <a:spcPct val="90000"/>
            </a:lnSpc>
            <a:spcBef>
              <a:spcPct val="0"/>
            </a:spcBef>
            <a:spcAft>
              <a:spcPct val="35000"/>
            </a:spcAft>
            <a:buNone/>
            <a:defRPr b="1"/>
          </a:pPr>
          <a:r>
            <a:rPr lang="en-US" sz="1400" b="1" kern="1200">
              <a:solidFill>
                <a:schemeClr val="tx1"/>
              </a:solidFill>
            </a:rPr>
            <a:t>4 Oct. 24</a:t>
          </a:r>
        </a:p>
      </dsp:txBody>
      <dsp:txXfrm>
        <a:off x="7142344" y="1522968"/>
        <a:ext cx="1353811" cy="491701"/>
      </dsp:txXfrm>
    </dsp:sp>
    <dsp:sp modelId="{8FA29CF2-3429-45EA-A32E-D51A82F18EDD}">
      <dsp:nvSpPr>
        <dsp:cNvPr id="0" name=""/>
        <dsp:cNvSpPr/>
      </dsp:nvSpPr>
      <dsp:spPr>
        <a:xfrm>
          <a:off x="6894330" y="2143033"/>
          <a:ext cx="65270" cy="65270"/>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22B7A56-3031-4557-8023-A945E6F2CD36}">
      <dsp:nvSpPr>
        <dsp:cNvPr id="0" name=""/>
        <dsp:cNvSpPr/>
      </dsp:nvSpPr>
      <dsp:spPr>
        <a:xfrm>
          <a:off x="7050039" y="3002423"/>
          <a:ext cx="1538422" cy="1348914"/>
        </a:xfrm>
        <a:prstGeom prst="round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b="1" kern="1200">
              <a:solidFill>
                <a:schemeClr val="tx1"/>
              </a:solidFill>
            </a:rPr>
            <a:t>Ancient Wonders LLC (Dubai) receives a shipment labeled “Persian rugs” worth $145,000.</a:t>
          </a:r>
        </a:p>
      </dsp:txBody>
      <dsp:txXfrm>
        <a:off x="7115888" y="3068272"/>
        <a:ext cx="1406724" cy="1217216"/>
      </dsp:txXfrm>
    </dsp:sp>
    <dsp:sp modelId="{9F79BB11-0B10-49F1-827F-F7955531A2A8}">
      <dsp:nvSpPr>
        <dsp:cNvPr id="0" name=""/>
        <dsp:cNvSpPr/>
      </dsp:nvSpPr>
      <dsp:spPr>
        <a:xfrm>
          <a:off x="7819250" y="2175668"/>
          <a:ext cx="0" cy="826754"/>
        </a:xfrm>
        <a:prstGeom prst="line">
          <a:avLst/>
        </a:prstGeom>
        <a:noFill/>
        <a:ln w="6350" cap="flat" cmpd="sng" algn="ctr">
          <a:solidFill>
            <a:schemeClr val="accent4">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AF749B0F-FDB3-4040-BAA1-BF97B5AFC9BC}">
      <dsp:nvSpPr>
        <dsp:cNvPr id="0" name=""/>
        <dsp:cNvSpPr/>
      </dsp:nvSpPr>
      <dsp:spPr>
        <a:xfrm>
          <a:off x="8095774" y="2509373"/>
          <a:ext cx="1353811"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22300">
            <a:lnSpc>
              <a:spcPct val="90000"/>
            </a:lnSpc>
            <a:spcBef>
              <a:spcPct val="0"/>
            </a:spcBef>
            <a:spcAft>
              <a:spcPct val="35000"/>
            </a:spcAft>
            <a:buNone/>
            <a:defRPr b="1"/>
          </a:pPr>
          <a:r>
            <a:rPr lang="en-US" sz="1400" b="1" kern="1200">
              <a:solidFill>
                <a:schemeClr val="tx1"/>
              </a:solidFill>
            </a:rPr>
            <a:t>15 Apr. 24</a:t>
          </a:r>
        </a:p>
      </dsp:txBody>
      <dsp:txXfrm>
        <a:off x="8095774" y="2509373"/>
        <a:ext cx="1353811" cy="491701"/>
      </dsp:txXfrm>
    </dsp:sp>
    <dsp:sp modelId="{6E280AF7-C852-4B03-8B5E-481C24E219F0}">
      <dsp:nvSpPr>
        <dsp:cNvPr id="0" name=""/>
        <dsp:cNvSpPr/>
      </dsp:nvSpPr>
      <dsp:spPr>
        <a:xfrm>
          <a:off x="7786615" y="2143033"/>
          <a:ext cx="65270" cy="65270"/>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E81E9D-6BE2-4FA9-8335-427625E24B1E}">
      <dsp:nvSpPr>
        <dsp:cNvPr id="0" name=""/>
        <dsp:cNvSpPr/>
      </dsp:nvSpPr>
      <dsp:spPr>
        <a:xfrm>
          <a:off x="7942324" y="-172704"/>
          <a:ext cx="1660711" cy="2039734"/>
        </a:xfrm>
        <a:prstGeom prst="round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b="1" kern="1200">
              <a:solidFill>
                <a:schemeClr val="tx1"/>
              </a:solidFill>
            </a:rPr>
            <a:t>Files extracted from the disk include cryptocurrency wallets and private keys:</a:t>
          </a:r>
        </a:p>
        <a:p>
          <a:pPr marL="57150" lvl="1" indent="-57150" algn="l" defTabSz="444500">
            <a:lnSpc>
              <a:spcPct val="90000"/>
            </a:lnSpc>
            <a:spcBef>
              <a:spcPct val="0"/>
            </a:spcBef>
            <a:spcAft>
              <a:spcPct val="15000"/>
            </a:spcAft>
            <a:buChar char="•"/>
          </a:pPr>
          <a:r>
            <a:rPr lang="en-US" sz="1000" b="1" kern="1200">
              <a:solidFill>
                <a:schemeClr val="tx1"/>
              </a:solidFill>
            </a:rPr>
            <a:t>45 BTC</a:t>
          </a:r>
        </a:p>
        <a:p>
          <a:pPr marL="57150" lvl="1" indent="-57150" algn="l" defTabSz="444500">
            <a:lnSpc>
              <a:spcPct val="90000"/>
            </a:lnSpc>
            <a:spcBef>
              <a:spcPct val="0"/>
            </a:spcBef>
            <a:spcAft>
              <a:spcPct val="15000"/>
            </a:spcAft>
            <a:buChar char="•"/>
          </a:pPr>
          <a:r>
            <a:rPr lang="en-US" sz="1000" b="1" kern="1200">
              <a:solidFill>
                <a:schemeClr val="tx1"/>
              </a:solidFill>
            </a:rPr>
            <a:t>5,000 XMR</a:t>
          </a:r>
        </a:p>
        <a:p>
          <a:pPr marL="57150" lvl="1" indent="-57150" algn="l" defTabSz="444500">
            <a:lnSpc>
              <a:spcPct val="90000"/>
            </a:lnSpc>
            <a:spcBef>
              <a:spcPct val="0"/>
            </a:spcBef>
            <a:spcAft>
              <a:spcPct val="15000"/>
            </a:spcAft>
            <a:buChar char="•"/>
          </a:pPr>
          <a:r>
            <a:rPr lang="en-US" sz="1000" b="1" kern="1200">
              <a:solidFill>
                <a:schemeClr val="tx1"/>
              </a:solidFill>
            </a:rPr>
            <a:t>220 ETH</a:t>
          </a:r>
        </a:p>
        <a:p>
          <a:pPr marL="57150" lvl="1" indent="-57150" algn="l" defTabSz="444500">
            <a:lnSpc>
              <a:spcPct val="90000"/>
            </a:lnSpc>
            <a:spcBef>
              <a:spcPct val="0"/>
            </a:spcBef>
            <a:spcAft>
              <a:spcPct val="15000"/>
            </a:spcAft>
            <a:buChar char="•"/>
          </a:pPr>
          <a:r>
            <a:rPr lang="en-US" sz="1000" b="1" kern="1200">
              <a:solidFill>
                <a:schemeClr val="tx1"/>
              </a:solidFill>
            </a:rPr>
            <a:t>1.5 million USDT</a:t>
          </a:r>
        </a:p>
      </dsp:txBody>
      <dsp:txXfrm>
        <a:off x="8023393" y="-91635"/>
        <a:ext cx="1498573" cy="1877596"/>
      </dsp:txXfrm>
    </dsp:sp>
    <dsp:sp modelId="{721126AF-D4CC-4C62-9D11-A1DAAF971CB7}">
      <dsp:nvSpPr>
        <dsp:cNvPr id="0" name=""/>
        <dsp:cNvSpPr/>
      </dsp:nvSpPr>
      <dsp:spPr>
        <a:xfrm>
          <a:off x="8772679" y="1521619"/>
          <a:ext cx="0" cy="826754"/>
        </a:xfrm>
        <a:prstGeom prst="line">
          <a:avLst/>
        </a:prstGeom>
        <a:noFill/>
        <a:ln w="6350" cap="flat" cmpd="sng" algn="ctr">
          <a:solidFill>
            <a:schemeClr val="accent4">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8DC83209-5305-4260-8B5C-6D344DE96527}">
      <dsp:nvSpPr>
        <dsp:cNvPr id="0" name=""/>
        <dsp:cNvSpPr/>
      </dsp:nvSpPr>
      <dsp:spPr>
        <a:xfrm>
          <a:off x="9049203" y="1522968"/>
          <a:ext cx="1353811"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622300">
            <a:lnSpc>
              <a:spcPct val="90000"/>
            </a:lnSpc>
            <a:spcBef>
              <a:spcPct val="0"/>
            </a:spcBef>
            <a:spcAft>
              <a:spcPct val="35000"/>
            </a:spcAft>
            <a:buNone/>
            <a:defRPr b="1"/>
          </a:pPr>
          <a:r>
            <a:rPr lang="en-US" sz="1400" b="1" kern="1200">
              <a:solidFill>
                <a:schemeClr val="tx1"/>
              </a:solidFill>
            </a:rPr>
            <a:t>30 Apr. 24</a:t>
          </a:r>
        </a:p>
      </dsp:txBody>
      <dsp:txXfrm>
        <a:off x="9049203" y="1522968"/>
        <a:ext cx="1353811" cy="491701"/>
      </dsp:txXfrm>
    </dsp:sp>
    <dsp:sp modelId="{9BD46667-8DBF-455D-8D29-61ACA37239B0}">
      <dsp:nvSpPr>
        <dsp:cNvPr id="0" name=""/>
        <dsp:cNvSpPr/>
      </dsp:nvSpPr>
      <dsp:spPr>
        <a:xfrm>
          <a:off x="8740044" y="2315738"/>
          <a:ext cx="65270" cy="65270"/>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5DC0C3C-540B-445B-955B-E1EF545163A5}">
      <dsp:nvSpPr>
        <dsp:cNvPr id="0" name=""/>
        <dsp:cNvSpPr/>
      </dsp:nvSpPr>
      <dsp:spPr>
        <a:xfrm>
          <a:off x="8956898" y="3002423"/>
          <a:ext cx="1538422" cy="741903"/>
        </a:xfrm>
        <a:prstGeom prst="round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b="1" kern="1200">
              <a:solidFill>
                <a:schemeClr val="tx1"/>
              </a:solidFill>
            </a:rPr>
            <a:t>$10,000 logged as “Office Supplies”</a:t>
          </a:r>
        </a:p>
      </dsp:txBody>
      <dsp:txXfrm>
        <a:off x="8993115" y="3038640"/>
        <a:ext cx="1465988" cy="669469"/>
      </dsp:txXfrm>
    </dsp:sp>
    <dsp:sp modelId="{AC6B6762-F465-49EF-A3B1-23C6985B8B70}">
      <dsp:nvSpPr>
        <dsp:cNvPr id="0" name=""/>
        <dsp:cNvSpPr/>
      </dsp:nvSpPr>
      <dsp:spPr>
        <a:xfrm>
          <a:off x="9726109" y="2175668"/>
          <a:ext cx="0" cy="826754"/>
        </a:xfrm>
        <a:prstGeom prst="line">
          <a:avLst/>
        </a:prstGeom>
        <a:noFill/>
        <a:ln w="6350" cap="flat" cmpd="sng" algn="ctr">
          <a:solidFill>
            <a:schemeClr val="accent4">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7AF50DE1-9E24-4C70-8DEA-CCDE2CC69E29}">
      <dsp:nvSpPr>
        <dsp:cNvPr id="0" name=""/>
        <dsp:cNvSpPr/>
      </dsp:nvSpPr>
      <dsp:spPr>
        <a:xfrm>
          <a:off x="9693474" y="2143033"/>
          <a:ext cx="65270" cy="65270"/>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465D3EB-CBDD-4100-83B7-3BFE0A8F411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72B4595-A79D-4567-9FE1-DCF31A42B3D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E5C0719-993D-42E1-80ED-8F01056F36C2}" type="datetimeFigureOut">
              <a:rPr lang="en-US" smtClean="0"/>
              <a:t>3/24/2025</a:t>
            </a:fld>
            <a:endParaRPr lang="en-US"/>
          </a:p>
        </p:txBody>
      </p:sp>
      <p:sp>
        <p:nvSpPr>
          <p:cNvPr id="4" name="Footer Placeholder 3">
            <a:extLst>
              <a:ext uri="{FF2B5EF4-FFF2-40B4-BE49-F238E27FC236}">
                <a16:creationId xmlns:a16="http://schemas.microsoft.com/office/drawing/2014/main" id="{850E452F-E862-4273-987C-980229E5320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3EE394C-9AD7-48EA-AB0F-18032A3E097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00421AD-3AC0-48CB-8727-BB447FD2264E}" type="slidenum">
              <a:rPr lang="en-US" smtClean="0"/>
              <a:t>‹#›</a:t>
            </a:fld>
            <a:endParaRPr lang="en-US"/>
          </a:p>
        </p:txBody>
      </p:sp>
    </p:spTree>
    <p:extLst>
      <p:ext uri="{BB962C8B-B14F-4D97-AF65-F5344CB8AC3E}">
        <p14:creationId xmlns:p14="http://schemas.microsoft.com/office/powerpoint/2010/main" val="32681598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D3BC9C-6C58-464F-B94E-FD73C5FB016E}" type="datetimeFigureOut">
              <a:rPr lang="en-US" smtClean="0"/>
              <a:t>3/24/2025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60DC36-8EFA-4378-9855-E019C55AC472}" type="slidenum">
              <a:rPr lang="en-US" smtClean="0"/>
              <a:t>‹#›</a:t>
            </a:fld>
            <a:endParaRPr lang="en-US"/>
          </a:p>
        </p:txBody>
      </p:sp>
    </p:spTree>
    <p:extLst>
      <p:ext uri="{BB962C8B-B14F-4D97-AF65-F5344CB8AC3E}">
        <p14:creationId xmlns:p14="http://schemas.microsoft.com/office/powerpoint/2010/main" val="1877053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E60DC36-8EFA-4378-9855-E019C55AC472}" type="slidenum">
              <a:rPr lang="en-US" smtClean="0"/>
              <a:t>1</a:t>
            </a:fld>
            <a:endParaRPr lang="en-US"/>
          </a:p>
        </p:txBody>
      </p:sp>
    </p:spTree>
    <p:extLst>
      <p:ext uri="{BB962C8B-B14F-4D97-AF65-F5344CB8AC3E}">
        <p14:creationId xmlns:p14="http://schemas.microsoft.com/office/powerpoint/2010/main" val="2985709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E60DC36-8EFA-4378-9855-E019C55AC472}" type="slidenum">
              <a:rPr lang="en-US" smtClean="0"/>
              <a:t>10</a:t>
            </a:fld>
            <a:endParaRPr lang="en-US"/>
          </a:p>
        </p:txBody>
      </p:sp>
    </p:spTree>
    <p:extLst>
      <p:ext uri="{BB962C8B-B14F-4D97-AF65-F5344CB8AC3E}">
        <p14:creationId xmlns:p14="http://schemas.microsoft.com/office/powerpoint/2010/main" val="3967918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F864C-44C4-4000-952D-01F31BFB3F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392E06-C914-467E-9D4F-BD763EDA2D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FBEFBAF-82E9-49AD-B2CF-7D154E024431}"/>
              </a:ext>
            </a:extLst>
          </p:cNvPr>
          <p:cNvSpPr>
            <a:spLocks noGrp="1"/>
          </p:cNvSpPr>
          <p:nvPr>
            <p:ph type="dt" sz="half" idx="10"/>
          </p:nvPr>
        </p:nvSpPr>
        <p:spPr/>
        <p:txBody>
          <a:bodyPr/>
          <a:lstStyle/>
          <a:p>
            <a:fld id="{40DA1498-92C7-4E4B-8045-C9195F453964}" type="datetimeFigureOut">
              <a:rPr lang="en-US" smtClean="0"/>
              <a:t>3/24/2025</a:t>
            </a:fld>
            <a:endParaRPr lang="en-US"/>
          </a:p>
        </p:txBody>
      </p:sp>
      <p:sp>
        <p:nvSpPr>
          <p:cNvPr id="5" name="Footer Placeholder 4">
            <a:extLst>
              <a:ext uri="{FF2B5EF4-FFF2-40B4-BE49-F238E27FC236}">
                <a16:creationId xmlns:a16="http://schemas.microsoft.com/office/drawing/2014/main" id="{5AD8006A-94B1-44F7-972D-56767EDE3CC3}"/>
              </a:ext>
            </a:extLst>
          </p:cNvPr>
          <p:cNvSpPr>
            <a:spLocks noGrp="1"/>
          </p:cNvSpPr>
          <p:nvPr>
            <p:ph type="ftr" sz="quarter" idx="11"/>
          </p:nvPr>
        </p:nvSpPr>
        <p:spPr/>
        <p:txBody>
          <a:bodyPr/>
          <a:lstStyle/>
          <a:p>
            <a:r>
              <a:rPr lang="en-US"/>
              <a:t>Slide</a:t>
            </a:r>
          </a:p>
        </p:txBody>
      </p:sp>
      <p:sp>
        <p:nvSpPr>
          <p:cNvPr id="6" name="Slide Number Placeholder 5">
            <a:extLst>
              <a:ext uri="{FF2B5EF4-FFF2-40B4-BE49-F238E27FC236}">
                <a16:creationId xmlns:a16="http://schemas.microsoft.com/office/drawing/2014/main" id="{F5E7BFAB-D84B-45E1-A0BD-2516AC14F8AC}"/>
              </a:ext>
            </a:extLst>
          </p:cNvPr>
          <p:cNvSpPr>
            <a:spLocks noGrp="1"/>
          </p:cNvSpPr>
          <p:nvPr>
            <p:ph type="sldNum" sz="quarter" idx="12"/>
          </p:nvPr>
        </p:nvSpPr>
        <p:spPr/>
        <p:txBody>
          <a:bodyPr/>
          <a:lstStyle/>
          <a:p>
            <a:fld id="{06FEDF93-2BFD-41CA-ABC7-B039102F3792}" type="slidenum">
              <a:rPr lang="en-US" smtClean="0"/>
              <a:t>‹#›</a:t>
            </a:fld>
            <a:endParaRPr lang="en-US"/>
          </a:p>
        </p:txBody>
      </p:sp>
    </p:spTree>
    <p:extLst>
      <p:ext uri="{BB962C8B-B14F-4D97-AF65-F5344CB8AC3E}">
        <p14:creationId xmlns:p14="http://schemas.microsoft.com/office/powerpoint/2010/main" val="4856463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07FBE-061D-452C-A8A6-213063CFD6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3A3535-1708-499D-B5D2-7D8F9FD182D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B06063-A112-49AB-80C8-504D99ECD771}"/>
              </a:ext>
            </a:extLst>
          </p:cNvPr>
          <p:cNvSpPr>
            <a:spLocks noGrp="1"/>
          </p:cNvSpPr>
          <p:nvPr>
            <p:ph type="dt" sz="half" idx="10"/>
          </p:nvPr>
        </p:nvSpPr>
        <p:spPr/>
        <p:txBody>
          <a:bodyPr/>
          <a:lstStyle/>
          <a:p>
            <a:fld id="{40DA1498-92C7-4E4B-8045-C9195F453964}" type="datetimeFigureOut">
              <a:rPr lang="en-US" smtClean="0"/>
              <a:t>3/24/2025</a:t>
            </a:fld>
            <a:endParaRPr lang="en-US"/>
          </a:p>
        </p:txBody>
      </p:sp>
      <p:sp>
        <p:nvSpPr>
          <p:cNvPr id="5" name="Footer Placeholder 4">
            <a:extLst>
              <a:ext uri="{FF2B5EF4-FFF2-40B4-BE49-F238E27FC236}">
                <a16:creationId xmlns:a16="http://schemas.microsoft.com/office/drawing/2014/main" id="{6344C8D5-F898-4318-A76D-1FBD87329198}"/>
              </a:ext>
            </a:extLst>
          </p:cNvPr>
          <p:cNvSpPr>
            <a:spLocks noGrp="1"/>
          </p:cNvSpPr>
          <p:nvPr>
            <p:ph type="ftr" sz="quarter" idx="11"/>
          </p:nvPr>
        </p:nvSpPr>
        <p:spPr/>
        <p:txBody>
          <a:bodyPr/>
          <a:lstStyle/>
          <a:p>
            <a:r>
              <a:rPr lang="en-US"/>
              <a:t>Slide</a:t>
            </a:r>
          </a:p>
        </p:txBody>
      </p:sp>
      <p:sp>
        <p:nvSpPr>
          <p:cNvPr id="6" name="Slide Number Placeholder 5">
            <a:extLst>
              <a:ext uri="{FF2B5EF4-FFF2-40B4-BE49-F238E27FC236}">
                <a16:creationId xmlns:a16="http://schemas.microsoft.com/office/drawing/2014/main" id="{2976EC76-E8E8-4FFA-B671-7FA2F3EF5DEF}"/>
              </a:ext>
            </a:extLst>
          </p:cNvPr>
          <p:cNvSpPr>
            <a:spLocks noGrp="1"/>
          </p:cNvSpPr>
          <p:nvPr>
            <p:ph type="sldNum" sz="quarter" idx="12"/>
          </p:nvPr>
        </p:nvSpPr>
        <p:spPr/>
        <p:txBody>
          <a:bodyPr/>
          <a:lstStyle/>
          <a:p>
            <a:fld id="{06FEDF93-2BFD-41CA-ABC7-B039102F3792}" type="slidenum">
              <a:rPr lang="en-US" smtClean="0"/>
              <a:t>‹#›</a:t>
            </a:fld>
            <a:endParaRPr lang="en-US"/>
          </a:p>
        </p:txBody>
      </p:sp>
    </p:spTree>
    <p:extLst>
      <p:ext uri="{BB962C8B-B14F-4D97-AF65-F5344CB8AC3E}">
        <p14:creationId xmlns:p14="http://schemas.microsoft.com/office/powerpoint/2010/main" val="2789287297"/>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2CABF-E3C1-431A-A69C-D4881CC43F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584226-69DA-4211-B2C8-C29FD05A4A6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FF82DB-B518-40FD-8A66-44B874C055FB}"/>
              </a:ext>
            </a:extLst>
          </p:cNvPr>
          <p:cNvSpPr>
            <a:spLocks noGrp="1"/>
          </p:cNvSpPr>
          <p:nvPr>
            <p:ph type="dt" sz="half" idx="10"/>
          </p:nvPr>
        </p:nvSpPr>
        <p:spPr/>
        <p:txBody>
          <a:bodyPr/>
          <a:lstStyle/>
          <a:p>
            <a:fld id="{40DA1498-92C7-4E4B-8045-C9195F453964}" type="datetimeFigureOut">
              <a:rPr lang="en-US" smtClean="0"/>
              <a:t>3/24/2025</a:t>
            </a:fld>
            <a:endParaRPr lang="en-US"/>
          </a:p>
        </p:txBody>
      </p:sp>
      <p:sp>
        <p:nvSpPr>
          <p:cNvPr id="5" name="Footer Placeholder 4">
            <a:extLst>
              <a:ext uri="{FF2B5EF4-FFF2-40B4-BE49-F238E27FC236}">
                <a16:creationId xmlns:a16="http://schemas.microsoft.com/office/drawing/2014/main" id="{FCC1CCEE-725F-4745-837B-87EFB70E71D8}"/>
              </a:ext>
            </a:extLst>
          </p:cNvPr>
          <p:cNvSpPr>
            <a:spLocks noGrp="1"/>
          </p:cNvSpPr>
          <p:nvPr>
            <p:ph type="ftr" sz="quarter" idx="11"/>
          </p:nvPr>
        </p:nvSpPr>
        <p:spPr/>
        <p:txBody>
          <a:bodyPr/>
          <a:lstStyle/>
          <a:p>
            <a:r>
              <a:rPr lang="en-US"/>
              <a:t>Slide</a:t>
            </a:r>
          </a:p>
        </p:txBody>
      </p:sp>
      <p:sp>
        <p:nvSpPr>
          <p:cNvPr id="6" name="Slide Number Placeholder 5">
            <a:extLst>
              <a:ext uri="{FF2B5EF4-FFF2-40B4-BE49-F238E27FC236}">
                <a16:creationId xmlns:a16="http://schemas.microsoft.com/office/drawing/2014/main" id="{C561522A-E0E6-406B-BF30-A7C7A57294BE}"/>
              </a:ext>
            </a:extLst>
          </p:cNvPr>
          <p:cNvSpPr>
            <a:spLocks noGrp="1"/>
          </p:cNvSpPr>
          <p:nvPr>
            <p:ph type="sldNum" sz="quarter" idx="12"/>
          </p:nvPr>
        </p:nvSpPr>
        <p:spPr/>
        <p:txBody>
          <a:bodyPr/>
          <a:lstStyle/>
          <a:p>
            <a:fld id="{06FEDF93-2BFD-41CA-ABC7-B039102F3792}" type="slidenum">
              <a:rPr lang="en-US" smtClean="0"/>
              <a:t>‹#›</a:t>
            </a:fld>
            <a:endParaRPr lang="en-US"/>
          </a:p>
        </p:txBody>
      </p:sp>
    </p:spTree>
    <p:extLst>
      <p:ext uri="{BB962C8B-B14F-4D97-AF65-F5344CB8AC3E}">
        <p14:creationId xmlns:p14="http://schemas.microsoft.com/office/powerpoint/2010/main" val="1230041735"/>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C9BDC-6F21-4EF5-A8DD-E35E27EACA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968D5F-2AB6-42D3-A54E-AB3E603251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65AB07F-D5F7-402A-AE4E-027BF1CA91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108EDC-3863-43B9-93C7-37465DC73B28}"/>
              </a:ext>
            </a:extLst>
          </p:cNvPr>
          <p:cNvSpPr>
            <a:spLocks noGrp="1"/>
          </p:cNvSpPr>
          <p:nvPr>
            <p:ph type="dt" sz="half" idx="10"/>
          </p:nvPr>
        </p:nvSpPr>
        <p:spPr/>
        <p:txBody>
          <a:bodyPr/>
          <a:lstStyle/>
          <a:p>
            <a:fld id="{40DA1498-92C7-4E4B-8045-C9195F453964}" type="datetimeFigureOut">
              <a:rPr lang="en-US" smtClean="0"/>
              <a:t>3/24/2025</a:t>
            </a:fld>
            <a:endParaRPr lang="en-US"/>
          </a:p>
        </p:txBody>
      </p:sp>
      <p:sp>
        <p:nvSpPr>
          <p:cNvPr id="6" name="Footer Placeholder 5">
            <a:extLst>
              <a:ext uri="{FF2B5EF4-FFF2-40B4-BE49-F238E27FC236}">
                <a16:creationId xmlns:a16="http://schemas.microsoft.com/office/drawing/2014/main" id="{A777D452-958D-4159-A9A4-16DD29680A04}"/>
              </a:ext>
            </a:extLst>
          </p:cNvPr>
          <p:cNvSpPr>
            <a:spLocks noGrp="1"/>
          </p:cNvSpPr>
          <p:nvPr>
            <p:ph type="ftr" sz="quarter" idx="11"/>
          </p:nvPr>
        </p:nvSpPr>
        <p:spPr/>
        <p:txBody>
          <a:bodyPr/>
          <a:lstStyle/>
          <a:p>
            <a:r>
              <a:rPr lang="en-US"/>
              <a:t>Slide</a:t>
            </a:r>
          </a:p>
        </p:txBody>
      </p:sp>
      <p:sp>
        <p:nvSpPr>
          <p:cNvPr id="7" name="Slide Number Placeholder 6">
            <a:extLst>
              <a:ext uri="{FF2B5EF4-FFF2-40B4-BE49-F238E27FC236}">
                <a16:creationId xmlns:a16="http://schemas.microsoft.com/office/drawing/2014/main" id="{289654B6-1460-48B9-AC7E-592F68BAB276}"/>
              </a:ext>
            </a:extLst>
          </p:cNvPr>
          <p:cNvSpPr>
            <a:spLocks noGrp="1"/>
          </p:cNvSpPr>
          <p:nvPr>
            <p:ph type="sldNum" sz="quarter" idx="12"/>
          </p:nvPr>
        </p:nvSpPr>
        <p:spPr/>
        <p:txBody>
          <a:bodyPr/>
          <a:lstStyle/>
          <a:p>
            <a:fld id="{06FEDF93-2BFD-41CA-ABC7-B039102F3792}" type="slidenum">
              <a:rPr lang="en-US" smtClean="0"/>
              <a:t>‹#›</a:t>
            </a:fld>
            <a:endParaRPr lang="en-US"/>
          </a:p>
        </p:txBody>
      </p:sp>
    </p:spTree>
    <p:extLst>
      <p:ext uri="{BB962C8B-B14F-4D97-AF65-F5344CB8AC3E}">
        <p14:creationId xmlns:p14="http://schemas.microsoft.com/office/powerpoint/2010/main" val="397404131"/>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8C848-926A-4FD3-A311-A100A2662BE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8ECD90-B4F0-4DFB-BB3D-F231020789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5A6C3A-033E-474B-AB97-D8291A04E7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32B928-3A23-4FCA-AD1F-E45A467B54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DC8376-6FC6-4A11-B0DB-9A148E9C00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E80206F-8846-425C-A56E-16FFBA442014}"/>
              </a:ext>
            </a:extLst>
          </p:cNvPr>
          <p:cNvSpPr>
            <a:spLocks noGrp="1"/>
          </p:cNvSpPr>
          <p:nvPr>
            <p:ph type="dt" sz="half" idx="10"/>
          </p:nvPr>
        </p:nvSpPr>
        <p:spPr/>
        <p:txBody>
          <a:bodyPr/>
          <a:lstStyle/>
          <a:p>
            <a:fld id="{40DA1498-92C7-4E4B-8045-C9195F453964}" type="datetimeFigureOut">
              <a:rPr lang="en-US" smtClean="0"/>
              <a:t>3/24/2025</a:t>
            </a:fld>
            <a:endParaRPr lang="en-US"/>
          </a:p>
        </p:txBody>
      </p:sp>
      <p:sp>
        <p:nvSpPr>
          <p:cNvPr id="8" name="Footer Placeholder 7">
            <a:extLst>
              <a:ext uri="{FF2B5EF4-FFF2-40B4-BE49-F238E27FC236}">
                <a16:creationId xmlns:a16="http://schemas.microsoft.com/office/drawing/2014/main" id="{6A45E89F-12CF-4561-A5F2-1E05783A3063}"/>
              </a:ext>
            </a:extLst>
          </p:cNvPr>
          <p:cNvSpPr>
            <a:spLocks noGrp="1"/>
          </p:cNvSpPr>
          <p:nvPr>
            <p:ph type="ftr" sz="quarter" idx="11"/>
          </p:nvPr>
        </p:nvSpPr>
        <p:spPr/>
        <p:txBody>
          <a:bodyPr/>
          <a:lstStyle/>
          <a:p>
            <a:r>
              <a:rPr lang="en-US"/>
              <a:t>Slide</a:t>
            </a:r>
          </a:p>
        </p:txBody>
      </p:sp>
      <p:sp>
        <p:nvSpPr>
          <p:cNvPr id="9" name="Slide Number Placeholder 8">
            <a:extLst>
              <a:ext uri="{FF2B5EF4-FFF2-40B4-BE49-F238E27FC236}">
                <a16:creationId xmlns:a16="http://schemas.microsoft.com/office/drawing/2014/main" id="{9EB4DFE4-927C-43B1-A061-5CB97FFB33BE}"/>
              </a:ext>
            </a:extLst>
          </p:cNvPr>
          <p:cNvSpPr>
            <a:spLocks noGrp="1"/>
          </p:cNvSpPr>
          <p:nvPr>
            <p:ph type="sldNum" sz="quarter" idx="12"/>
          </p:nvPr>
        </p:nvSpPr>
        <p:spPr/>
        <p:txBody>
          <a:bodyPr/>
          <a:lstStyle/>
          <a:p>
            <a:fld id="{06FEDF93-2BFD-41CA-ABC7-B039102F3792}" type="slidenum">
              <a:rPr lang="en-US" smtClean="0"/>
              <a:t>‹#›</a:t>
            </a:fld>
            <a:endParaRPr lang="en-US"/>
          </a:p>
        </p:txBody>
      </p:sp>
    </p:spTree>
    <p:extLst>
      <p:ext uri="{BB962C8B-B14F-4D97-AF65-F5344CB8AC3E}">
        <p14:creationId xmlns:p14="http://schemas.microsoft.com/office/powerpoint/2010/main" val="469058296"/>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0E367-8DA0-4655-BCBC-F4280D8642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FEF9592-AA3C-4CF8-A5DB-4D010195A438}"/>
              </a:ext>
            </a:extLst>
          </p:cNvPr>
          <p:cNvSpPr>
            <a:spLocks noGrp="1"/>
          </p:cNvSpPr>
          <p:nvPr>
            <p:ph type="dt" sz="half" idx="10"/>
          </p:nvPr>
        </p:nvSpPr>
        <p:spPr/>
        <p:txBody>
          <a:bodyPr/>
          <a:lstStyle/>
          <a:p>
            <a:fld id="{40DA1498-92C7-4E4B-8045-C9195F453964}" type="datetimeFigureOut">
              <a:rPr lang="en-US" smtClean="0"/>
              <a:t>3/24/2025</a:t>
            </a:fld>
            <a:endParaRPr lang="en-US"/>
          </a:p>
        </p:txBody>
      </p:sp>
      <p:sp>
        <p:nvSpPr>
          <p:cNvPr id="4" name="Footer Placeholder 3">
            <a:extLst>
              <a:ext uri="{FF2B5EF4-FFF2-40B4-BE49-F238E27FC236}">
                <a16:creationId xmlns:a16="http://schemas.microsoft.com/office/drawing/2014/main" id="{3C2C9377-F93E-4515-852A-264707755154}"/>
              </a:ext>
            </a:extLst>
          </p:cNvPr>
          <p:cNvSpPr>
            <a:spLocks noGrp="1"/>
          </p:cNvSpPr>
          <p:nvPr>
            <p:ph type="ftr" sz="quarter" idx="11"/>
          </p:nvPr>
        </p:nvSpPr>
        <p:spPr/>
        <p:txBody>
          <a:bodyPr/>
          <a:lstStyle/>
          <a:p>
            <a:r>
              <a:rPr lang="en-US"/>
              <a:t>Slide</a:t>
            </a:r>
          </a:p>
        </p:txBody>
      </p:sp>
      <p:sp>
        <p:nvSpPr>
          <p:cNvPr id="5" name="Slide Number Placeholder 4">
            <a:extLst>
              <a:ext uri="{FF2B5EF4-FFF2-40B4-BE49-F238E27FC236}">
                <a16:creationId xmlns:a16="http://schemas.microsoft.com/office/drawing/2014/main" id="{9AED076D-476B-42BA-8795-14FE6C1E6974}"/>
              </a:ext>
            </a:extLst>
          </p:cNvPr>
          <p:cNvSpPr>
            <a:spLocks noGrp="1"/>
          </p:cNvSpPr>
          <p:nvPr>
            <p:ph type="sldNum" sz="quarter" idx="12"/>
          </p:nvPr>
        </p:nvSpPr>
        <p:spPr/>
        <p:txBody>
          <a:bodyPr/>
          <a:lstStyle/>
          <a:p>
            <a:fld id="{06FEDF93-2BFD-41CA-ABC7-B039102F3792}" type="slidenum">
              <a:rPr lang="en-US" smtClean="0"/>
              <a:t>‹#›</a:t>
            </a:fld>
            <a:endParaRPr lang="en-US"/>
          </a:p>
        </p:txBody>
      </p:sp>
    </p:spTree>
    <p:extLst>
      <p:ext uri="{BB962C8B-B14F-4D97-AF65-F5344CB8AC3E}">
        <p14:creationId xmlns:p14="http://schemas.microsoft.com/office/powerpoint/2010/main" val="3625551197"/>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A599B4-6AB2-4190-82B5-7667EE1E922A}"/>
              </a:ext>
            </a:extLst>
          </p:cNvPr>
          <p:cNvSpPr>
            <a:spLocks noGrp="1"/>
          </p:cNvSpPr>
          <p:nvPr>
            <p:ph type="dt" sz="half" idx="10"/>
          </p:nvPr>
        </p:nvSpPr>
        <p:spPr/>
        <p:txBody>
          <a:bodyPr/>
          <a:lstStyle/>
          <a:p>
            <a:fld id="{40DA1498-92C7-4E4B-8045-C9195F453964}" type="datetimeFigureOut">
              <a:rPr lang="en-US" smtClean="0"/>
              <a:t>3/24/2025</a:t>
            </a:fld>
            <a:endParaRPr lang="en-US"/>
          </a:p>
        </p:txBody>
      </p:sp>
      <p:sp>
        <p:nvSpPr>
          <p:cNvPr id="3" name="Footer Placeholder 2">
            <a:extLst>
              <a:ext uri="{FF2B5EF4-FFF2-40B4-BE49-F238E27FC236}">
                <a16:creationId xmlns:a16="http://schemas.microsoft.com/office/drawing/2014/main" id="{1B8FBFB3-AD86-4E39-B8AE-B4EC14528156}"/>
              </a:ext>
            </a:extLst>
          </p:cNvPr>
          <p:cNvSpPr>
            <a:spLocks noGrp="1"/>
          </p:cNvSpPr>
          <p:nvPr>
            <p:ph type="ftr" sz="quarter" idx="11"/>
          </p:nvPr>
        </p:nvSpPr>
        <p:spPr/>
        <p:txBody>
          <a:bodyPr/>
          <a:lstStyle/>
          <a:p>
            <a:r>
              <a:rPr lang="en-US"/>
              <a:t>Slide</a:t>
            </a:r>
          </a:p>
        </p:txBody>
      </p:sp>
      <p:sp>
        <p:nvSpPr>
          <p:cNvPr id="4" name="Slide Number Placeholder 3">
            <a:extLst>
              <a:ext uri="{FF2B5EF4-FFF2-40B4-BE49-F238E27FC236}">
                <a16:creationId xmlns:a16="http://schemas.microsoft.com/office/drawing/2014/main" id="{B9A4AF55-C114-4B60-9A20-56B00A11B3BF}"/>
              </a:ext>
            </a:extLst>
          </p:cNvPr>
          <p:cNvSpPr>
            <a:spLocks noGrp="1"/>
          </p:cNvSpPr>
          <p:nvPr>
            <p:ph type="sldNum" sz="quarter" idx="12"/>
          </p:nvPr>
        </p:nvSpPr>
        <p:spPr/>
        <p:txBody>
          <a:bodyPr/>
          <a:lstStyle/>
          <a:p>
            <a:fld id="{06FEDF93-2BFD-41CA-ABC7-B039102F3792}" type="slidenum">
              <a:rPr lang="en-US" smtClean="0"/>
              <a:t>‹#›</a:t>
            </a:fld>
            <a:endParaRPr lang="en-US"/>
          </a:p>
        </p:txBody>
      </p:sp>
    </p:spTree>
    <p:extLst>
      <p:ext uri="{BB962C8B-B14F-4D97-AF65-F5344CB8AC3E}">
        <p14:creationId xmlns:p14="http://schemas.microsoft.com/office/powerpoint/2010/main" val="3058200294"/>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83DA1-5CB8-405D-9613-8A9B7BC566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842BB15-A24D-42E9-9CAE-BB82722630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8F0849D-D3C3-462A-9751-4EAB0B9145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80DD20-7A20-4574-98A4-427795876739}"/>
              </a:ext>
            </a:extLst>
          </p:cNvPr>
          <p:cNvSpPr>
            <a:spLocks noGrp="1"/>
          </p:cNvSpPr>
          <p:nvPr>
            <p:ph type="dt" sz="half" idx="10"/>
          </p:nvPr>
        </p:nvSpPr>
        <p:spPr/>
        <p:txBody>
          <a:bodyPr/>
          <a:lstStyle/>
          <a:p>
            <a:fld id="{40DA1498-92C7-4E4B-8045-C9195F453964}" type="datetimeFigureOut">
              <a:rPr lang="en-US" smtClean="0"/>
              <a:t>3/24/2025</a:t>
            </a:fld>
            <a:endParaRPr lang="en-US"/>
          </a:p>
        </p:txBody>
      </p:sp>
      <p:sp>
        <p:nvSpPr>
          <p:cNvPr id="6" name="Footer Placeholder 5">
            <a:extLst>
              <a:ext uri="{FF2B5EF4-FFF2-40B4-BE49-F238E27FC236}">
                <a16:creationId xmlns:a16="http://schemas.microsoft.com/office/drawing/2014/main" id="{54D0ED2B-71C4-421A-9DB0-676E00C10BDC}"/>
              </a:ext>
            </a:extLst>
          </p:cNvPr>
          <p:cNvSpPr>
            <a:spLocks noGrp="1"/>
          </p:cNvSpPr>
          <p:nvPr>
            <p:ph type="ftr" sz="quarter" idx="11"/>
          </p:nvPr>
        </p:nvSpPr>
        <p:spPr/>
        <p:txBody>
          <a:bodyPr/>
          <a:lstStyle/>
          <a:p>
            <a:r>
              <a:rPr lang="en-US"/>
              <a:t>Slide</a:t>
            </a:r>
          </a:p>
        </p:txBody>
      </p:sp>
      <p:sp>
        <p:nvSpPr>
          <p:cNvPr id="7" name="Slide Number Placeholder 6">
            <a:extLst>
              <a:ext uri="{FF2B5EF4-FFF2-40B4-BE49-F238E27FC236}">
                <a16:creationId xmlns:a16="http://schemas.microsoft.com/office/drawing/2014/main" id="{78C4572A-ADFC-4C53-BCA2-42BDF693BC4D}"/>
              </a:ext>
            </a:extLst>
          </p:cNvPr>
          <p:cNvSpPr>
            <a:spLocks noGrp="1"/>
          </p:cNvSpPr>
          <p:nvPr>
            <p:ph type="sldNum" sz="quarter" idx="12"/>
          </p:nvPr>
        </p:nvSpPr>
        <p:spPr/>
        <p:txBody>
          <a:bodyPr/>
          <a:lstStyle/>
          <a:p>
            <a:fld id="{06FEDF93-2BFD-41CA-ABC7-B039102F3792}" type="slidenum">
              <a:rPr lang="en-US" smtClean="0"/>
              <a:t>‹#›</a:t>
            </a:fld>
            <a:endParaRPr lang="en-US"/>
          </a:p>
        </p:txBody>
      </p:sp>
    </p:spTree>
    <p:extLst>
      <p:ext uri="{BB962C8B-B14F-4D97-AF65-F5344CB8AC3E}">
        <p14:creationId xmlns:p14="http://schemas.microsoft.com/office/powerpoint/2010/main" val="3230950964"/>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F5C67-EEEC-4AB0-9653-0F80D6B109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DD50D6D-5277-4324-AF23-5FAF007834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75275657-2BF9-4761-96B6-50EE3CFCFA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3C3F7B-A4C8-4F9D-8165-BC5186EA0929}"/>
              </a:ext>
            </a:extLst>
          </p:cNvPr>
          <p:cNvSpPr>
            <a:spLocks noGrp="1"/>
          </p:cNvSpPr>
          <p:nvPr>
            <p:ph type="dt" sz="half" idx="10"/>
          </p:nvPr>
        </p:nvSpPr>
        <p:spPr/>
        <p:txBody>
          <a:bodyPr/>
          <a:lstStyle/>
          <a:p>
            <a:fld id="{40DA1498-92C7-4E4B-8045-C9195F453964}" type="datetimeFigureOut">
              <a:rPr lang="en-US" smtClean="0"/>
              <a:t>3/24/2025</a:t>
            </a:fld>
            <a:endParaRPr lang="en-US"/>
          </a:p>
        </p:txBody>
      </p:sp>
      <p:sp>
        <p:nvSpPr>
          <p:cNvPr id="6" name="Footer Placeholder 5">
            <a:extLst>
              <a:ext uri="{FF2B5EF4-FFF2-40B4-BE49-F238E27FC236}">
                <a16:creationId xmlns:a16="http://schemas.microsoft.com/office/drawing/2014/main" id="{DE696EA5-2FA2-464D-982F-C53E6426A843}"/>
              </a:ext>
            </a:extLst>
          </p:cNvPr>
          <p:cNvSpPr>
            <a:spLocks noGrp="1"/>
          </p:cNvSpPr>
          <p:nvPr>
            <p:ph type="ftr" sz="quarter" idx="11"/>
          </p:nvPr>
        </p:nvSpPr>
        <p:spPr/>
        <p:txBody>
          <a:bodyPr/>
          <a:lstStyle/>
          <a:p>
            <a:r>
              <a:rPr lang="en-US"/>
              <a:t>Slide</a:t>
            </a:r>
          </a:p>
        </p:txBody>
      </p:sp>
      <p:sp>
        <p:nvSpPr>
          <p:cNvPr id="7" name="Slide Number Placeholder 6">
            <a:extLst>
              <a:ext uri="{FF2B5EF4-FFF2-40B4-BE49-F238E27FC236}">
                <a16:creationId xmlns:a16="http://schemas.microsoft.com/office/drawing/2014/main" id="{8911B398-191B-4AB1-86ED-00D0046EACF5}"/>
              </a:ext>
            </a:extLst>
          </p:cNvPr>
          <p:cNvSpPr>
            <a:spLocks noGrp="1"/>
          </p:cNvSpPr>
          <p:nvPr>
            <p:ph type="sldNum" sz="quarter" idx="12"/>
          </p:nvPr>
        </p:nvSpPr>
        <p:spPr/>
        <p:txBody>
          <a:bodyPr/>
          <a:lstStyle/>
          <a:p>
            <a:fld id="{06FEDF93-2BFD-41CA-ABC7-B039102F3792}" type="slidenum">
              <a:rPr lang="en-US" smtClean="0"/>
              <a:t>‹#›</a:t>
            </a:fld>
            <a:endParaRPr lang="en-US"/>
          </a:p>
        </p:txBody>
      </p:sp>
    </p:spTree>
    <p:extLst>
      <p:ext uri="{BB962C8B-B14F-4D97-AF65-F5344CB8AC3E}">
        <p14:creationId xmlns:p14="http://schemas.microsoft.com/office/powerpoint/2010/main" val="1586601153"/>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7B869-BFB2-4C20-8AB1-46704BB3D17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9F007DB-4F12-4428-9C48-5120DF0704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FFA8DA-0E31-4CA6-BBFC-2467AAD1D30B}"/>
              </a:ext>
            </a:extLst>
          </p:cNvPr>
          <p:cNvSpPr>
            <a:spLocks noGrp="1"/>
          </p:cNvSpPr>
          <p:nvPr>
            <p:ph type="dt" sz="half" idx="10"/>
          </p:nvPr>
        </p:nvSpPr>
        <p:spPr/>
        <p:txBody>
          <a:bodyPr/>
          <a:lstStyle/>
          <a:p>
            <a:fld id="{40DA1498-92C7-4E4B-8045-C9195F453964}" type="datetimeFigureOut">
              <a:rPr lang="en-US" smtClean="0"/>
              <a:t>3/24/2025</a:t>
            </a:fld>
            <a:endParaRPr lang="en-US"/>
          </a:p>
        </p:txBody>
      </p:sp>
      <p:sp>
        <p:nvSpPr>
          <p:cNvPr id="5" name="Footer Placeholder 4">
            <a:extLst>
              <a:ext uri="{FF2B5EF4-FFF2-40B4-BE49-F238E27FC236}">
                <a16:creationId xmlns:a16="http://schemas.microsoft.com/office/drawing/2014/main" id="{064974BD-9845-459A-9AAA-12731E2507C4}"/>
              </a:ext>
            </a:extLst>
          </p:cNvPr>
          <p:cNvSpPr>
            <a:spLocks noGrp="1"/>
          </p:cNvSpPr>
          <p:nvPr>
            <p:ph type="ftr" sz="quarter" idx="11"/>
          </p:nvPr>
        </p:nvSpPr>
        <p:spPr/>
        <p:txBody>
          <a:bodyPr/>
          <a:lstStyle/>
          <a:p>
            <a:r>
              <a:rPr lang="en-US"/>
              <a:t>Slide</a:t>
            </a:r>
          </a:p>
        </p:txBody>
      </p:sp>
      <p:sp>
        <p:nvSpPr>
          <p:cNvPr id="6" name="Slide Number Placeholder 5">
            <a:extLst>
              <a:ext uri="{FF2B5EF4-FFF2-40B4-BE49-F238E27FC236}">
                <a16:creationId xmlns:a16="http://schemas.microsoft.com/office/drawing/2014/main" id="{C2A71B0A-FDFB-4B2C-A9EC-2334C590013E}"/>
              </a:ext>
            </a:extLst>
          </p:cNvPr>
          <p:cNvSpPr>
            <a:spLocks noGrp="1"/>
          </p:cNvSpPr>
          <p:nvPr>
            <p:ph type="sldNum" sz="quarter" idx="12"/>
          </p:nvPr>
        </p:nvSpPr>
        <p:spPr/>
        <p:txBody>
          <a:bodyPr/>
          <a:lstStyle/>
          <a:p>
            <a:fld id="{06FEDF93-2BFD-41CA-ABC7-B039102F3792}" type="slidenum">
              <a:rPr lang="en-US" smtClean="0"/>
              <a:t>‹#›</a:t>
            </a:fld>
            <a:endParaRPr lang="en-US"/>
          </a:p>
        </p:txBody>
      </p:sp>
    </p:spTree>
    <p:extLst>
      <p:ext uri="{BB962C8B-B14F-4D97-AF65-F5344CB8AC3E}">
        <p14:creationId xmlns:p14="http://schemas.microsoft.com/office/powerpoint/2010/main" val="3931409232"/>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0B5D73-1652-4A8E-B5A3-101523D729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9B7FB99-7425-444D-B602-01B672BCE8C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EEA9C5-552A-48A1-AB54-ED54209B3B48}"/>
              </a:ext>
            </a:extLst>
          </p:cNvPr>
          <p:cNvSpPr>
            <a:spLocks noGrp="1"/>
          </p:cNvSpPr>
          <p:nvPr>
            <p:ph type="dt" sz="half" idx="10"/>
          </p:nvPr>
        </p:nvSpPr>
        <p:spPr/>
        <p:txBody>
          <a:bodyPr/>
          <a:lstStyle/>
          <a:p>
            <a:fld id="{40DA1498-92C7-4E4B-8045-C9195F453964}" type="datetimeFigureOut">
              <a:rPr lang="en-US" smtClean="0"/>
              <a:t>3/24/2025</a:t>
            </a:fld>
            <a:endParaRPr lang="en-US"/>
          </a:p>
        </p:txBody>
      </p:sp>
      <p:sp>
        <p:nvSpPr>
          <p:cNvPr id="5" name="Footer Placeholder 4">
            <a:extLst>
              <a:ext uri="{FF2B5EF4-FFF2-40B4-BE49-F238E27FC236}">
                <a16:creationId xmlns:a16="http://schemas.microsoft.com/office/drawing/2014/main" id="{1A83AAA3-4155-48FB-8F00-16DBE0C9C256}"/>
              </a:ext>
            </a:extLst>
          </p:cNvPr>
          <p:cNvSpPr>
            <a:spLocks noGrp="1"/>
          </p:cNvSpPr>
          <p:nvPr>
            <p:ph type="ftr" sz="quarter" idx="11"/>
          </p:nvPr>
        </p:nvSpPr>
        <p:spPr/>
        <p:txBody>
          <a:bodyPr/>
          <a:lstStyle/>
          <a:p>
            <a:r>
              <a:rPr lang="en-US"/>
              <a:t>Slide</a:t>
            </a:r>
          </a:p>
        </p:txBody>
      </p:sp>
      <p:sp>
        <p:nvSpPr>
          <p:cNvPr id="6" name="Slide Number Placeholder 5">
            <a:extLst>
              <a:ext uri="{FF2B5EF4-FFF2-40B4-BE49-F238E27FC236}">
                <a16:creationId xmlns:a16="http://schemas.microsoft.com/office/drawing/2014/main" id="{5D694EAE-CB3C-4DEF-A66D-583C7AAC92D8}"/>
              </a:ext>
            </a:extLst>
          </p:cNvPr>
          <p:cNvSpPr>
            <a:spLocks noGrp="1"/>
          </p:cNvSpPr>
          <p:nvPr>
            <p:ph type="sldNum" sz="quarter" idx="12"/>
          </p:nvPr>
        </p:nvSpPr>
        <p:spPr/>
        <p:txBody>
          <a:bodyPr/>
          <a:lstStyle/>
          <a:p>
            <a:fld id="{06FEDF93-2BFD-41CA-ABC7-B039102F3792}" type="slidenum">
              <a:rPr lang="en-US" smtClean="0"/>
              <a:t>‹#›</a:t>
            </a:fld>
            <a:endParaRPr lang="en-US"/>
          </a:p>
        </p:txBody>
      </p:sp>
    </p:spTree>
    <p:extLst>
      <p:ext uri="{BB962C8B-B14F-4D97-AF65-F5344CB8AC3E}">
        <p14:creationId xmlns:p14="http://schemas.microsoft.com/office/powerpoint/2010/main" val="1746804267"/>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3445CA-54C1-4DDE-A216-DD2414E3F5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306395A-6879-4E93-B24E-067F88AC1D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50FF5B-A6A6-4F0F-AA5D-3F0F69A43A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DA1498-92C7-4E4B-8045-C9195F453964}" type="datetimeFigureOut">
              <a:rPr lang="en-US" smtClean="0"/>
              <a:t>3/24/2025</a:t>
            </a:fld>
            <a:endParaRPr lang="en-US"/>
          </a:p>
        </p:txBody>
      </p:sp>
      <p:sp>
        <p:nvSpPr>
          <p:cNvPr id="5" name="Footer Placeholder 4">
            <a:extLst>
              <a:ext uri="{FF2B5EF4-FFF2-40B4-BE49-F238E27FC236}">
                <a16:creationId xmlns:a16="http://schemas.microsoft.com/office/drawing/2014/main" id="{FA798FAA-76CC-42EF-8BE0-466A41BBAB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Slide</a:t>
            </a:r>
          </a:p>
        </p:txBody>
      </p:sp>
      <p:sp>
        <p:nvSpPr>
          <p:cNvPr id="6" name="Slide Number Placeholder 5">
            <a:extLst>
              <a:ext uri="{FF2B5EF4-FFF2-40B4-BE49-F238E27FC236}">
                <a16:creationId xmlns:a16="http://schemas.microsoft.com/office/drawing/2014/main" id="{5149FF02-6890-4E10-B958-1097AD32C6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FEDF93-2BFD-41CA-ABC7-B039102F3792}" type="slidenum">
              <a:rPr lang="en-US" smtClean="0"/>
              <a:t>‹#›</a:t>
            </a:fld>
            <a:endParaRPr lang="en-US"/>
          </a:p>
        </p:txBody>
      </p:sp>
    </p:spTree>
    <p:extLst>
      <p:ext uri="{BB962C8B-B14F-4D97-AF65-F5344CB8AC3E}">
        <p14:creationId xmlns:p14="http://schemas.microsoft.com/office/powerpoint/2010/main" val="2603789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hyperlink" Target="mailto:edward.kenway@protomail.com" TargetMode="External"/><Relationship Id="rId2" Type="http://schemas.openxmlformats.org/officeDocument/2006/relationships/hyperlink" Target="mailto:unknownbuyer77@tuta.io"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9" name="Rectangle 98">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94323419-8A53-48D9-87F8-D83CD5F6CE62}"/>
              </a:ext>
            </a:extLst>
          </p:cNvPr>
          <p:cNvPicPr>
            <a:picLocks noChangeAspect="1"/>
          </p:cNvPicPr>
          <p:nvPr/>
        </p:nvPicPr>
        <p:blipFill>
          <a:blip r:embed="rId3"/>
          <a:srcRect b="5063"/>
          <a:stretch/>
        </p:blipFill>
        <p:spPr>
          <a:xfrm>
            <a:off x="-3047" y="10"/>
            <a:ext cx="12191999" cy="6857990"/>
          </a:xfrm>
          <a:prstGeom prst="rect">
            <a:avLst/>
          </a:prstGeom>
        </p:spPr>
      </p:pic>
      <p:sp>
        <p:nvSpPr>
          <p:cNvPr id="100" name="Rectangle 99">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E91441B2-873D-DFAE-DD0B-1F02D7A7D914}"/>
              </a:ext>
            </a:extLst>
          </p:cNvPr>
          <p:cNvSpPr>
            <a:spLocks noGrp="1"/>
          </p:cNvSpPr>
          <p:nvPr>
            <p:ph type="ctrTitle"/>
          </p:nvPr>
        </p:nvSpPr>
        <p:spPr>
          <a:xfrm>
            <a:off x="1097280" y="325550"/>
            <a:ext cx="10058400" cy="3574778"/>
          </a:xfrm>
          <a:effectLst>
            <a:outerShdw blurRad="50800" dist="38100" dir="2700000" algn="tl" rotWithShape="0">
              <a:prstClr val="black">
                <a:alpha val="40000"/>
              </a:prstClr>
            </a:outerShdw>
          </a:effectLst>
        </p:spPr>
        <p:txBody>
          <a:bodyPr>
            <a:normAutofit/>
          </a:bodyPr>
          <a:lstStyle/>
          <a:p>
            <a:r>
              <a:rPr lang="en-US" sz="5200" b="1" kern="1200">
                <a:solidFill>
                  <a:srgbClr val="FFFFFF"/>
                </a:solidFill>
              </a:rPr>
              <a:t>Case B:The Artifact Smuggling Operation</a:t>
            </a:r>
            <a:endParaRPr lang="en-US" sz="5200" b="1">
              <a:solidFill>
                <a:srgbClr val="FFFFFF"/>
              </a:solidFill>
            </a:endParaRPr>
          </a:p>
        </p:txBody>
      </p:sp>
      <p:sp>
        <p:nvSpPr>
          <p:cNvPr id="7" name="Subtitle 6">
            <a:extLst>
              <a:ext uri="{FF2B5EF4-FFF2-40B4-BE49-F238E27FC236}">
                <a16:creationId xmlns:a16="http://schemas.microsoft.com/office/drawing/2014/main" id="{0A39D37F-BA9F-DEC7-3C61-B57F5B3812C2}"/>
              </a:ext>
            </a:extLst>
          </p:cNvPr>
          <p:cNvSpPr>
            <a:spLocks noGrp="1"/>
          </p:cNvSpPr>
          <p:nvPr>
            <p:ph type="subTitle" idx="1"/>
          </p:nvPr>
        </p:nvSpPr>
        <p:spPr>
          <a:xfrm>
            <a:off x="1100051" y="4072043"/>
            <a:ext cx="10058400" cy="1282707"/>
          </a:xfrm>
          <a:effectLst>
            <a:outerShdw blurRad="50800" dist="38100" dir="2700000" algn="tl" rotWithShape="0">
              <a:prstClr val="black">
                <a:alpha val="40000"/>
              </a:prstClr>
            </a:outerShdw>
          </a:effectLst>
        </p:spPr>
        <p:txBody>
          <a:bodyPr>
            <a:normAutofit/>
          </a:bodyPr>
          <a:lstStyle/>
          <a:p>
            <a:r>
              <a:rPr lang="en-US" kern="1200">
                <a:solidFill>
                  <a:srgbClr val="FFFFFF"/>
                </a:solidFill>
                <a:latin typeface="+mn-lt"/>
                <a:ea typeface="+mn-ea"/>
                <a:cs typeface="+mn-cs"/>
              </a:rPr>
              <a:t>Investigators: Morgan E. Brown, Niy’Asia Wiliams, Camille Vickers</a:t>
            </a:r>
          </a:p>
          <a:p>
            <a:endParaRPr lang="en-US">
              <a:solidFill>
                <a:srgbClr val="FFFFFF"/>
              </a:solidFill>
            </a:endParaRPr>
          </a:p>
        </p:txBody>
      </p:sp>
      <p:sp>
        <p:nvSpPr>
          <p:cNvPr id="4" name="Footer Placeholder 3">
            <a:extLst>
              <a:ext uri="{FF2B5EF4-FFF2-40B4-BE49-F238E27FC236}">
                <a16:creationId xmlns:a16="http://schemas.microsoft.com/office/drawing/2014/main" id="{0639169C-95C9-A317-F62A-FFDFBF708280}"/>
              </a:ext>
            </a:extLst>
          </p:cNvPr>
          <p:cNvSpPr>
            <a:spLocks noGrp="1"/>
          </p:cNvSpPr>
          <p:nvPr>
            <p:ph type="ftr" sz="quarter" idx="11"/>
          </p:nvPr>
        </p:nvSpPr>
        <p:spPr>
          <a:xfrm>
            <a:off x="4038600" y="6356350"/>
            <a:ext cx="4114800" cy="365125"/>
          </a:xfrm>
        </p:spPr>
        <p:txBody>
          <a:bodyPr>
            <a:normAutofit/>
          </a:bodyPr>
          <a:lstStyle/>
          <a:p>
            <a:pPr>
              <a:spcAft>
                <a:spcPts val="600"/>
              </a:spcAft>
            </a:pPr>
            <a:r>
              <a:rPr lang="en-US">
                <a:solidFill>
                  <a:srgbClr val="FFFFFF"/>
                </a:solidFill>
              </a:rPr>
              <a:t>Slide</a:t>
            </a:r>
          </a:p>
        </p:txBody>
      </p:sp>
      <p:sp>
        <p:nvSpPr>
          <p:cNvPr id="5" name="Slide Number Placeholder 4">
            <a:extLst>
              <a:ext uri="{FF2B5EF4-FFF2-40B4-BE49-F238E27FC236}">
                <a16:creationId xmlns:a16="http://schemas.microsoft.com/office/drawing/2014/main" id="{D5641B6B-442D-119F-1D6C-D69245F37F0A}"/>
              </a:ext>
            </a:extLst>
          </p:cNvPr>
          <p:cNvSpPr>
            <a:spLocks noGrp="1"/>
          </p:cNvSpPr>
          <p:nvPr>
            <p:ph type="sldNum" sz="quarter" idx="12"/>
          </p:nvPr>
        </p:nvSpPr>
        <p:spPr>
          <a:xfrm>
            <a:off x="8610600" y="6356350"/>
            <a:ext cx="2743200" cy="365125"/>
          </a:xfrm>
        </p:spPr>
        <p:txBody>
          <a:bodyPr>
            <a:normAutofit/>
          </a:bodyPr>
          <a:lstStyle/>
          <a:p>
            <a:pPr>
              <a:spcAft>
                <a:spcPts val="600"/>
              </a:spcAft>
            </a:pPr>
            <a:fld id="{06FEDF93-2BFD-41CA-ABC7-B039102F3792}" type="slidenum">
              <a:rPr lang="en-US" smtClean="0">
                <a:solidFill>
                  <a:srgbClr val="FFFFFF"/>
                </a:solidFill>
              </a:rPr>
              <a:pPr>
                <a:spcAft>
                  <a:spcPts val="600"/>
                </a:spcAft>
              </a:pPr>
              <a:t>1</a:t>
            </a:fld>
            <a:endParaRPr lang="en-US">
              <a:solidFill>
                <a:srgbClr val="FFFFFF"/>
              </a:solidFill>
            </a:endParaRPr>
          </a:p>
        </p:txBody>
      </p:sp>
    </p:spTree>
    <p:extLst>
      <p:ext uri="{BB962C8B-B14F-4D97-AF65-F5344CB8AC3E}">
        <p14:creationId xmlns:p14="http://schemas.microsoft.com/office/powerpoint/2010/main" val="4248815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7">
                                            <p:txEl>
                                              <p:pRg st="0" end="0"/>
                                            </p:txEl>
                                          </p:spTgt>
                                        </p:tgtEl>
                                        <p:attrNameLst>
                                          <p:attrName>style.visibility</p:attrName>
                                        </p:attrNameLst>
                                      </p:cBhvr>
                                      <p:to>
                                        <p:strVal val="visible"/>
                                      </p:to>
                                    </p:set>
                                    <p:animEffect transition="in" filter="fade">
                                      <p:cBhvr>
                                        <p:cTn id="10" dur="7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7984"/>
        </a:solidFill>
        <a:effectLst/>
      </p:bgPr>
    </p:bg>
    <p:spTree>
      <p:nvGrpSpPr>
        <p:cNvPr id="1" name=""/>
        <p:cNvGrpSpPr/>
        <p:nvPr/>
      </p:nvGrpSpPr>
      <p:grpSpPr>
        <a:xfrm>
          <a:off x="0" y="0"/>
          <a:ext cx="0" cy="0"/>
          <a:chOff x="0" y="0"/>
          <a:chExt cx="0" cy="0"/>
        </a:xfrm>
      </p:grpSpPr>
      <p:sp useBgFill="1">
        <p:nvSpPr>
          <p:cNvPr id="57" name="Rectangle 56">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BAC01F-D718-87AD-84AC-302A50CB3990}"/>
              </a:ext>
            </a:extLst>
          </p:cNvPr>
          <p:cNvSpPr>
            <a:spLocks noGrp="1"/>
          </p:cNvSpPr>
          <p:nvPr>
            <p:ph type="title"/>
          </p:nvPr>
        </p:nvSpPr>
        <p:spPr>
          <a:xfrm>
            <a:off x="838200" y="556995"/>
            <a:ext cx="10515600" cy="1133693"/>
          </a:xfrm>
        </p:spPr>
        <p:txBody>
          <a:bodyPr>
            <a:normAutofit/>
          </a:bodyPr>
          <a:lstStyle/>
          <a:p>
            <a:r>
              <a:rPr lang="en-US" sz="5200" b="1">
                <a:solidFill>
                  <a:srgbClr val="F5A12B"/>
                </a:solidFill>
              </a:rPr>
              <a:t>Objective</a:t>
            </a:r>
            <a:endParaRPr lang="en-US" sz="5200">
              <a:solidFill>
                <a:srgbClr val="F5A12B"/>
              </a:solidFill>
            </a:endParaRPr>
          </a:p>
        </p:txBody>
      </p:sp>
      <p:sp>
        <p:nvSpPr>
          <p:cNvPr id="4" name="Footer Placeholder 3">
            <a:extLst>
              <a:ext uri="{FF2B5EF4-FFF2-40B4-BE49-F238E27FC236}">
                <a16:creationId xmlns:a16="http://schemas.microsoft.com/office/drawing/2014/main" id="{E626D8FF-9D9F-7E3A-F99D-D0635B13556B}"/>
              </a:ext>
            </a:extLst>
          </p:cNvPr>
          <p:cNvSpPr>
            <a:spLocks noGrp="1"/>
          </p:cNvSpPr>
          <p:nvPr>
            <p:ph type="ftr" sz="quarter" idx="11"/>
          </p:nvPr>
        </p:nvSpPr>
        <p:spPr>
          <a:xfrm>
            <a:off x="4038600" y="6356350"/>
            <a:ext cx="4114800" cy="365125"/>
          </a:xfrm>
        </p:spPr>
        <p:txBody>
          <a:bodyPr>
            <a:normAutofit/>
          </a:bodyPr>
          <a:lstStyle/>
          <a:p>
            <a:pPr>
              <a:spcAft>
                <a:spcPts val="600"/>
              </a:spcAft>
            </a:pPr>
            <a:r>
              <a:rPr lang="en-US"/>
              <a:t>Slide</a:t>
            </a:r>
          </a:p>
        </p:txBody>
      </p:sp>
      <p:sp>
        <p:nvSpPr>
          <p:cNvPr id="5" name="Slide Number Placeholder 4">
            <a:extLst>
              <a:ext uri="{FF2B5EF4-FFF2-40B4-BE49-F238E27FC236}">
                <a16:creationId xmlns:a16="http://schemas.microsoft.com/office/drawing/2014/main" id="{BF80474C-36B4-1B0D-15E3-6AB03F33579C}"/>
              </a:ext>
            </a:extLst>
          </p:cNvPr>
          <p:cNvSpPr>
            <a:spLocks noGrp="1"/>
          </p:cNvSpPr>
          <p:nvPr>
            <p:ph type="sldNum" sz="quarter" idx="12"/>
          </p:nvPr>
        </p:nvSpPr>
        <p:spPr>
          <a:xfrm>
            <a:off x="8610600" y="6356350"/>
            <a:ext cx="2743200" cy="365125"/>
          </a:xfrm>
        </p:spPr>
        <p:txBody>
          <a:bodyPr>
            <a:normAutofit/>
          </a:bodyPr>
          <a:lstStyle/>
          <a:p>
            <a:pPr>
              <a:spcAft>
                <a:spcPts val="600"/>
              </a:spcAft>
            </a:pPr>
            <a:fld id="{06FEDF93-2BFD-41CA-ABC7-B039102F3792}" type="slidenum">
              <a:rPr lang="en-US"/>
              <a:pPr>
                <a:spcAft>
                  <a:spcPts val="600"/>
                </a:spcAft>
              </a:pPr>
              <a:t>2</a:t>
            </a:fld>
            <a:endParaRPr lang="en-US"/>
          </a:p>
        </p:txBody>
      </p:sp>
      <p:graphicFrame>
        <p:nvGraphicFramePr>
          <p:cNvPr id="7" name="Content Placeholder 2">
            <a:extLst>
              <a:ext uri="{FF2B5EF4-FFF2-40B4-BE49-F238E27FC236}">
                <a16:creationId xmlns:a16="http://schemas.microsoft.com/office/drawing/2014/main" id="{99C60044-C812-B3B2-7E23-68FE88820CCB}"/>
              </a:ext>
            </a:extLst>
          </p:cNvPr>
          <p:cNvGraphicFramePr>
            <a:graphicFrameLocks noGrp="1"/>
          </p:cNvGraphicFramePr>
          <p:nvPr>
            <p:ph idx="1"/>
            <p:extLst>
              <p:ext uri="{D42A27DB-BD31-4B8C-83A1-F6EECF244321}">
                <p14:modId xmlns:p14="http://schemas.microsoft.com/office/powerpoint/2010/main" val="355343111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92548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7984"/>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ight Triangle 20">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FDA1EC9C-BA5F-6733-0D65-B1DE2EF77C57}"/>
              </a:ext>
            </a:extLst>
          </p:cNvPr>
          <p:cNvSpPr>
            <a:spLocks noGrp="1"/>
          </p:cNvSpPr>
          <p:nvPr>
            <p:ph type="title"/>
          </p:nvPr>
        </p:nvSpPr>
        <p:spPr>
          <a:xfrm>
            <a:off x="1116323" y="1186853"/>
            <a:ext cx="2988234" cy="4480726"/>
          </a:xfrm>
        </p:spPr>
        <p:txBody>
          <a:bodyPr>
            <a:normAutofit/>
          </a:bodyPr>
          <a:lstStyle/>
          <a:p>
            <a:pPr algn="r"/>
            <a:r>
              <a:rPr lang="en-US" sz="4100" b="1">
                <a:solidFill>
                  <a:srgbClr val="F5A22C"/>
                </a:solidFill>
              </a:rPr>
              <a:t>Data Integrity Validation </a:t>
            </a:r>
          </a:p>
        </p:txBody>
      </p:sp>
      <p:sp>
        <p:nvSpPr>
          <p:cNvPr id="2" name="Footer Placeholder 1">
            <a:extLst>
              <a:ext uri="{FF2B5EF4-FFF2-40B4-BE49-F238E27FC236}">
                <a16:creationId xmlns:a16="http://schemas.microsoft.com/office/drawing/2014/main" id="{543A75FF-A7B8-05A6-AD67-DF4500316C21}"/>
              </a:ext>
            </a:extLst>
          </p:cNvPr>
          <p:cNvSpPr>
            <a:spLocks noGrp="1"/>
          </p:cNvSpPr>
          <p:nvPr>
            <p:ph type="ftr" sz="quarter" idx="11"/>
          </p:nvPr>
        </p:nvSpPr>
        <p:spPr>
          <a:xfrm rot="5400000">
            <a:off x="-2374833" y="3246436"/>
            <a:ext cx="5607882" cy="365125"/>
          </a:xfrm>
        </p:spPr>
        <p:txBody>
          <a:bodyPr anchor="t">
            <a:normAutofit/>
          </a:bodyPr>
          <a:lstStyle/>
          <a:p>
            <a:pPr algn="l">
              <a:spcAft>
                <a:spcPts val="600"/>
              </a:spcAft>
            </a:pPr>
            <a:r>
              <a:rPr lang="en-US" sz="1150">
                <a:solidFill>
                  <a:schemeClr val="tx1">
                    <a:lumMod val="85000"/>
                    <a:lumOff val="15000"/>
                  </a:schemeClr>
                </a:solidFill>
              </a:rPr>
              <a:t>Slide</a:t>
            </a:r>
          </a:p>
        </p:txBody>
      </p:sp>
      <p:cxnSp>
        <p:nvCxnSpPr>
          <p:cNvPr id="25" name="Straight Connector 24">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5" name="Content Placeholder 4">
            <a:extLst>
              <a:ext uri="{FF2B5EF4-FFF2-40B4-BE49-F238E27FC236}">
                <a16:creationId xmlns:a16="http://schemas.microsoft.com/office/drawing/2014/main" id="{23DDEF81-260A-3ADC-D4B4-D2F882B6C666}"/>
              </a:ext>
            </a:extLst>
          </p:cNvPr>
          <p:cNvSpPr>
            <a:spLocks noGrp="1"/>
          </p:cNvSpPr>
          <p:nvPr>
            <p:ph idx="1"/>
          </p:nvPr>
        </p:nvSpPr>
        <p:spPr>
          <a:xfrm>
            <a:off x="5255260" y="1648870"/>
            <a:ext cx="4702848" cy="3560260"/>
          </a:xfrm>
        </p:spPr>
        <p:txBody>
          <a:bodyPr anchor="ctr">
            <a:normAutofit/>
          </a:bodyPr>
          <a:lstStyle/>
          <a:p>
            <a:r>
              <a:rPr lang="en-US" sz="2400">
                <a:solidFill>
                  <a:schemeClr val="bg1"/>
                </a:solidFill>
              </a:rPr>
              <a:t>The SHA256 hash is identical to Edward Kenway seized personal storage drive</a:t>
            </a:r>
          </a:p>
          <a:p>
            <a:pPr marL="0" indent="0">
              <a:buNone/>
            </a:pPr>
            <a:endParaRPr lang="en-US" sz="2400"/>
          </a:p>
        </p:txBody>
      </p:sp>
      <p:sp>
        <p:nvSpPr>
          <p:cNvPr id="3" name="Slide Number Placeholder 2">
            <a:extLst>
              <a:ext uri="{FF2B5EF4-FFF2-40B4-BE49-F238E27FC236}">
                <a16:creationId xmlns:a16="http://schemas.microsoft.com/office/drawing/2014/main" id="{FBC48EA6-489B-8661-7DB3-0054BF4B0639}"/>
              </a:ext>
            </a:extLst>
          </p:cNvPr>
          <p:cNvSpPr>
            <a:spLocks noGrp="1"/>
          </p:cNvSpPr>
          <p:nvPr>
            <p:ph type="sldNum" sz="quarter" idx="12"/>
          </p:nvPr>
        </p:nvSpPr>
        <p:spPr>
          <a:xfrm>
            <a:off x="9683496" y="4892040"/>
            <a:ext cx="1673352" cy="1005840"/>
          </a:xfrm>
        </p:spPr>
        <p:txBody>
          <a:bodyPr>
            <a:normAutofit/>
          </a:bodyPr>
          <a:lstStyle/>
          <a:p>
            <a:pPr>
              <a:lnSpc>
                <a:spcPct val="90000"/>
              </a:lnSpc>
              <a:spcAft>
                <a:spcPts val="600"/>
              </a:spcAft>
            </a:pPr>
            <a:fld id="{06FEDF93-2BFD-41CA-ABC7-B039102F3792}" type="slidenum">
              <a:rPr lang="en-US" sz="6600">
                <a:solidFill>
                  <a:srgbClr val="FFFFFF"/>
                </a:solidFill>
              </a:rPr>
              <a:pPr>
                <a:lnSpc>
                  <a:spcPct val="90000"/>
                </a:lnSpc>
                <a:spcAft>
                  <a:spcPts val="600"/>
                </a:spcAft>
              </a:pPr>
              <a:t>3</a:t>
            </a:fld>
            <a:endParaRPr lang="en-US" sz="6600">
              <a:solidFill>
                <a:srgbClr val="FFFFFF"/>
              </a:solidFill>
            </a:endParaRPr>
          </a:p>
        </p:txBody>
      </p:sp>
      <p:pic>
        <p:nvPicPr>
          <p:cNvPr id="7" name="Picture 6">
            <a:extLst>
              <a:ext uri="{FF2B5EF4-FFF2-40B4-BE49-F238E27FC236}">
                <a16:creationId xmlns:a16="http://schemas.microsoft.com/office/drawing/2014/main" id="{C981A156-3170-5E1E-DE6A-C573C70F3B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17183" y="3870013"/>
            <a:ext cx="5776461" cy="556308"/>
          </a:xfrm>
          <a:prstGeom prst="rect">
            <a:avLst/>
          </a:prstGeom>
        </p:spPr>
      </p:pic>
    </p:spTree>
    <p:extLst>
      <p:ext uri="{BB962C8B-B14F-4D97-AF65-F5344CB8AC3E}">
        <p14:creationId xmlns:p14="http://schemas.microsoft.com/office/powerpoint/2010/main" val="9528704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798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D485D-BFA0-29C5-89E9-8D21076BB893}"/>
              </a:ext>
            </a:extLst>
          </p:cNvPr>
          <p:cNvSpPr>
            <a:spLocks noGrp="1"/>
          </p:cNvSpPr>
          <p:nvPr>
            <p:ph type="title"/>
          </p:nvPr>
        </p:nvSpPr>
        <p:spPr>
          <a:xfrm>
            <a:off x="710381" y="119120"/>
            <a:ext cx="10515600" cy="1325563"/>
          </a:xfrm>
        </p:spPr>
        <p:txBody>
          <a:bodyPr/>
          <a:lstStyle/>
          <a:p>
            <a:r>
              <a:rPr lang="en-US" b="1">
                <a:solidFill>
                  <a:srgbClr val="F5A12B"/>
                </a:solidFill>
              </a:rPr>
              <a:t>Kenway’s Involvement</a:t>
            </a:r>
          </a:p>
        </p:txBody>
      </p:sp>
      <p:graphicFrame>
        <p:nvGraphicFramePr>
          <p:cNvPr id="7" name="Content Placeholder 2">
            <a:extLst>
              <a:ext uri="{FF2B5EF4-FFF2-40B4-BE49-F238E27FC236}">
                <a16:creationId xmlns:a16="http://schemas.microsoft.com/office/drawing/2014/main" id="{BCC1830F-517E-D3C1-F9E1-9439983AAA5D}"/>
              </a:ext>
            </a:extLst>
          </p:cNvPr>
          <p:cNvGraphicFramePr>
            <a:graphicFrameLocks noGrp="1"/>
          </p:cNvGraphicFramePr>
          <p:nvPr>
            <p:ph idx="1"/>
            <p:extLst>
              <p:ext uri="{D42A27DB-BD31-4B8C-83A1-F6EECF244321}">
                <p14:modId xmlns:p14="http://schemas.microsoft.com/office/powerpoint/2010/main" val="3771836866"/>
              </p:ext>
            </p:extLst>
          </p:nvPr>
        </p:nvGraphicFramePr>
        <p:xfrm>
          <a:off x="838199" y="2034993"/>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a:extLst>
              <a:ext uri="{FF2B5EF4-FFF2-40B4-BE49-F238E27FC236}">
                <a16:creationId xmlns:a16="http://schemas.microsoft.com/office/drawing/2014/main" id="{477BE981-4446-1725-6969-4721A99E0443}"/>
              </a:ext>
            </a:extLst>
          </p:cNvPr>
          <p:cNvSpPr>
            <a:spLocks noGrp="1"/>
          </p:cNvSpPr>
          <p:nvPr>
            <p:ph type="ftr" sz="quarter" idx="11"/>
          </p:nvPr>
        </p:nvSpPr>
        <p:spPr/>
        <p:txBody>
          <a:bodyPr/>
          <a:lstStyle/>
          <a:p>
            <a:r>
              <a:rPr lang="en-US"/>
              <a:t>Slide</a:t>
            </a:r>
          </a:p>
        </p:txBody>
      </p:sp>
      <p:sp>
        <p:nvSpPr>
          <p:cNvPr id="5" name="Slide Number Placeholder 4">
            <a:extLst>
              <a:ext uri="{FF2B5EF4-FFF2-40B4-BE49-F238E27FC236}">
                <a16:creationId xmlns:a16="http://schemas.microsoft.com/office/drawing/2014/main" id="{D3BF6E37-DB20-A6FB-0AAE-E35F52FB314C}"/>
              </a:ext>
            </a:extLst>
          </p:cNvPr>
          <p:cNvSpPr>
            <a:spLocks noGrp="1"/>
          </p:cNvSpPr>
          <p:nvPr>
            <p:ph type="sldNum" sz="quarter" idx="12"/>
          </p:nvPr>
        </p:nvSpPr>
        <p:spPr/>
        <p:txBody>
          <a:bodyPr/>
          <a:lstStyle/>
          <a:p>
            <a:fld id="{06FEDF93-2BFD-41CA-ABC7-B039102F3792}" type="slidenum">
              <a:rPr lang="en-US" smtClean="0"/>
              <a:t>4</a:t>
            </a:fld>
            <a:endParaRPr lang="en-US"/>
          </a:p>
        </p:txBody>
      </p:sp>
      <p:sp>
        <p:nvSpPr>
          <p:cNvPr id="6" name="TextBox 5">
            <a:extLst>
              <a:ext uri="{FF2B5EF4-FFF2-40B4-BE49-F238E27FC236}">
                <a16:creationId xmlns:a16="http://schemas.microsoft.com/office/drawing/2014/main" id="{F31ABD15-6526-8C5F-4D70-3BF3A9C3C380}"/>
              </a:ext>
            </a:extLst>
          </p:cNvPr>
          <p:cNvSpPr txBox="1"/>
          <p:nvPr/>
        </p:nvSpPr>
        <p:spPr>
          <a:xfrm>
            <a:off x="838199" y="1478228"/>
            <a:ext cx="8954730" cy="523220"/>
          </a:xfrm>
          <a:prstGeom prst="rect">
            <a:avLst/>
          </a:prstGeom>
          <a:noFill/>
        </p:spPr>
        <p:txBody>
          <a:bodyPr wrap="square" rtlCol="0">
            <a:spAutoFit/>
          </a:bodyPr>
          <a:lstStyle/>
          <a:p>
            <a:pPr lvl="0"/>
            <a:r>
              <a:rPr lang="en-US" sz="2800" b="1">
                <a:solidFill>
                  <a:schemeClr val="bg1"/>
                </a:solidFill>
              </a:rPr>
              <a:t>Edward Kenway operated as a central broker, coordinating</a:t>
            </a:r>
            <a:r>
              <a:rPr lang="en-US" b="1">
                <a:solidFill>
                  <a:schemeClr val="bg1"/>
                </a:solidFill>
              </a:rPr>
              <a:t>:</a:t>
            </a:r>
          </a:p>
        </p:txBody>
      </p:sp>
    </p:spTree>
    <p:extLst>
      <p:ext uri="{BB962C8B-B14F-4D97-AF65-F5344CB8AC3E}">
        <p14:creationId xmlns:p14="http://schemas.microsoft.com/office/powerpoint/2010/main" val="2942431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798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5C693-65C7-6C91-0B5C-EE4F9C93B7D1}"/>
              </a:ext>
            </a:extLst>
          </p:cNvPr>
          <p:cNvSpPr>
            <a:spLocks noGrp="1"/>
          </p:cNvSpPr>
          <p:nvPr>
            <p:ph type="title"/>
          </p:nvPr>
        </p:nvSpPr>
        <p:spPr>
          <a:xfrm>
            <a:off x="468853" y="1176783"/>
            <a:ext cx="3650390" cy="2427082"/>
          </a:xfrm>
        </p:spPr>
        <p:txBody>
          <a:bodyPr vert="horz" lIns="91440" tIns="45720" rIns="91440" bIns="45720" rtlCol="0" anchor="b">
            <a:normAutofit/>
          </a:bodyPr>
          <a:lstStyle/>
          <a:p>
            <a:r>
              <a:rPr lang="en-US" sz="4100" b="1" kern="1200">
                <a:solidFill>
                  <a:srgbClr val="F5A028"/>
                </a:solidFill>
                <a:latin typeface="+mj-lt"/>
                <a:ea typeface="+mj-ea"/>
                <a:cs typeface="+mj-cs"/>
              </a:rPr>
              <a:t>Kenway’s Involvement Findings</a:t>
            </a:r>
          </a:p>
        </p:txBody>
      </p:sp>
      <p:pic>
        <p:nvPicPr>
          <p:cNvPr id="10" name="Picture 9" descr="A screen shot of a computer&#10;&#10;AI-generated content may be incorrect.">
            <a:extLst>
              <a:ext uri="{FF2B5EF4-FFF2-40B4-BE49-F238E27FC236}">
                <a16:creationId xmlns:a16="http://schemas.microsoft.com/office/drawing/2014/main" id="{8A8D18BC-D8E1-9A34-3424-6202B334ABE4}"/>
              </a:ext>
            </a:extLst>
          </p:cNvPr>
          <p:cNvPicPr>
            <a:picLocks noChangeAspect="1"/>
          </p:cNvPicPr>
          <p:nvPr/>
        </p:nvPicPr>
        <p:blipFill>
          <a:blip r:embed="rId2"/>
          <a:stretch>
            <a:fillRect/>
          </a:stretch>
        </p:blipFill>
        <p:spPr>
          <a:xfrm>
            <a:off x="7901940" y="5069998"/>
            <a:ext cx="3200400" cy="1456181"/>
          </a:xfrm>
          <a:prstGeom prst="rect">
            <a:avLst/>
          </a:prstGeom>
        </p:spPr>
      </p:pic>
      <p:pic>
        <p:nvPicPr>
          <p:cNvPr id="9" name="Picture 8">
            <a:extLst>
              <a:ext uri="{FF2B5EF4-FFF2-40B4-BE49-F238E27FC236}">
                <a16:creationId xmlns:a16="http://schemas.microsoft.com/office/drawing/2014/main" id="{ECBE26A0-88DF-337A-016C-270B52E5EEC5}"/>
              </a:ext>
            </a:extLst>
          </p:cNvPr>
          <p:cNvPicPr>
            <a:picLocks noChangeAspect="1"/>
          </p:cNvPicPr>
          <p:nvPr/>
        </p:nvPicPr>
        <p:blipFill>
          <a:blip r:embed="rId3"/>
          <a:stretch>
            <a:fillRect/>
          </a:stretch>
        </p:blipFill>
        <p:spPr>
          <a:xfrm>
            <a:off x="4400801" y="5069998"/>
            <a:ext cx="3200400" cy="1504187"/>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40829962-F38D-81FC-3CB4-D8EE8E53DC19}"/>
              </a:ext>
            </a:extLst>
          </p:cNvPr>
          <p:cNvPicPr>
            <a:picLocks noChangeAspect="1"/>
          </p:cNvPicPr>
          <p:nvPr/>
        </p:nvPicPr>
        <p:blipFill>
          <a:blip r:embed="rId4"/>
          <a:stretch>
            <a:fillRect/>
          </a:stretch>
        </p:blipFill>
        <p:spPr>
          <a:xfrm>
            <a:off x="7576050" y="1226634"/>
            <a:ext cx="4517872" cy="1310182"/>
          </a:xfrm>
          <a:prstGeom prst="rect">
            <a:avLst/>
          </a:prstGeom>
        </p:spPr>
      </p:pic>
      <p:sp>
        <p:nvSpPr>
          <p:cNvPr id="4" name="Footer Placeholder 3">
            <a:extLst>
              <a:ext uri="{FF2B5EF4-FFF2-40B4-BE49-F238E27FC236}">
                <a16:creationId xmlns:a16="http://schemas.microsoft.com/office/drawing/2014/main" id="{33FE84A0-0402-07B7-41A4-99743E32C27D}"/>
              </a:ext>
            </a:extLst>
          </p:cNvPr>
          <p:cNvSpPr>
            <a:spLocks noGrp="1"/>
          </p:cNvSpPr>
          <p:nvPr>
            <p:ph type="ftr" sz="quarter" idx="11"/>
          </p:nvPr>
        </p:nvSpPr>
        <p:spPr>
          <a:xfrm>
            <a:off x="833120" y="6356350"/>
            <a:ext cx="3200400" cy="365125"/>
          </a:xfrm>
        </p:spPr>
        <p:txBody>
          <a:bodyPr vert="horz" lIns="91440" tIns="45720" rIns="91440" bIns="45720" rtlCol="0" anchor="ctr">
            <a:normAutofit/>
          </a:bodyPr>
          <a:lstStyle/>
          <a:p>
            <a:pPr algn="l">
              <a:spcAft>
                <a:spcPts val="600"/>
              </a:spcAft>
            </a:pPr>
            <a:r>
              <a:rPr lang="en-US" sz="1100" kern="1200">
                <a:solidFill>
                  <a:schemeClr val="tx1">
                    <a:lumMod val="75000"/>
                    <a:lumOff val="25000"/>
                  </a:schemeClr>
                </a:solidFill>
                <a:latin typeface="+mn-lt"/>
                <a:ea typeface="+mn-ea"/>
                <a:cs typeface="+mn-cs"/>
              </a:rPr>
              <a:t>Slide</a:t>
            </a:r>
          </a:p>
        </p:txBody>
      </p:sp>
      <p:pic>
        <p:nvPicPr>
          <p:cNvPr id="6" name="Content Placeholder 5">
            <a:extLst>
              <a:ext uri="{FF2B5EF4-FFF2-40B4-BE49-F238E27FC236}">
                <a16:creationId xmlns:a16="http://schemas.microsoft.com/office/drawing/2014/main" id="{EF7B4378-F9FD-9815-6ACE-B2CB1A9E575A}"/>
              </a:ext>
            </a:extLst>
          </p:cNvPr>
          <p:cNvPicPr>
            <a:picLocks noGrp="1" noChangeAspect="1"/>
          </p:cNvPicPr>
          <p:nvPr>
            <p:ph idx="1"/>
          </p:nvPr>
        </p:nvPicPr>
        <p:blipFill>
          <a:blip r:embed="rId5"/>
          <a:stretch>
            <a:fillRect/>
          </a:stretch>
        </p:blipFill>
        <p:spPr>
          <a:xfrm>
            <a:off x="4400801" y="1176783"/>
            <a:ext cx="2893691" cy="1360033"/>
          </a:xfrm>
          <a:prstGeom prst="rect">
            <a:avLst/>
          </a:prstGeom>
        </p:spPr>
      </p:pic>
      <p:sp>
        <p:nvSpPr>
          <p:cNvPr id="5" name="Slide Number Placeholder 4">
            <a:extLst>
              <a:ext uri="{FF2B5EF4-FFF2-40B4-BE49-F238E27FC236}">
                <a16:creationId xmlns:a16="http://schemas.microsoft.com/office/drawing/2014/main" id="{3D97047B-0CC8-F53D-73B5-6D638492A52D}"/>
              </a:ext>
            </a:extLst>
          </p:cNvPr>
          <p:cNvSpPr>
            <a:spLocks noGrp="1"/>
          </p:cNvSpPr>
          <p:nvPr>
            <p:ph type="sldNum" sz="quarter" idx="12"/>
          </p:nvPr>
        </p:nvSpPr>
        <p:spPr>
          <a:xfrm>
            <a:off x="10850880" y="6356350"/>
            <a:ext cx="502920" cy="365125"/>
          </a:xfrm>
        </p:spPr>
        <p:txBody>
          <a:bodyPr vert="horz" lIns="91440" tIns="45720" rIns="91440" bIns="45720" rtlCol="0" anchor="ctr">
            <a:normAutofit/>
          </a:bodyPr>
          <a:lstStyle/>
          <a:p>
            <a:pPr>
              <a:spcAft>
                <a:spcPts val="600"/>
              </a:spcAft>
            </a:pPr>
            <a:fld id="{06FEDF93-2BFD-41CA-ABC7-B039102F3792}" type="slidenum">
              <a:rPr lang="en-US" sz="1100">
                <a:solidFill>
                  <a:schemeClr val="tx1">
                    <a:lumMod val="75000"/>
                    <a:lumOff val="25000"/>
                  </a:schemeClr>
                </a:solidFill>
              </a:rPr>
              <a:pPr>
                <a:spcAft>
                  <a:spcPts val="600"/>
                </a:spcAft>
              </a:pPr>
              <a:t>5</a:t>
            </a:fld>
            <a:endParaRPr lang="en-US" sz="1100">
              <a:solidFill>
                <a:schemeClr val="tx1">
                  <a:lumMod val="75000"/>
                  <a:lumOff val="25000"/>
                </a:schemeClr>
              </a:solidFill>
            </a:endParaRPr>
          </a:p>
        </p:txBody>
      </p:sp>
      <p:pic>
        <p:nvPicPr>
          <p:cNvPr id="7" name="Picture 6" descr="A screenshot of a computer&#10;&#10;AI-generated content may be incorrect.">
            <a:extLst>
              <a:ext uri="{FF2B5EF4-FFF2-40B4-BE49-F238E27FC236}">
                <a16:creationId xmlns:a16="http://schemas.microsoft.com/office/drawing/2014/main" id="{3E5C59EA-37B8-878D-A539-88A038C6E5E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400801" y="3148445"/>
            <a:ext cx="5849611" cy="1360033"/>
          </a:xfrm>
          <a:prstGeom prst="rect">
            <a:avLst/>
          </a:prstGeom>
        </p:spPr>
      </p:pic>
    </p:spTree>
    <p:extLst>
      <p:ext uri="{BB962C8B-B14F-4D97-AF65-F5344CB8AC3E}">
        <p14:creationId xmlns:p14="http://schemas.microsoft.com/office/powerpoint/2010/main" val="2317229644"/>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7984"/>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ight Triangle 26">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3BBEA2-D244-3355-A29F-DBBE931F553B}"/>
              </a:ext>
            </a:extLst>
          </p:cNvPr>
          <p:cNvSpPr>
            <a:spLocks noGrp="1"/>
          </p:cNvSpPr>
          <p:nvPr>
            <p:ph type="title"/>
          </p:nvPr>
        </p:nvSpPr>
        <p:spPr>
          <a:xfrm>
            <a:off x="1075767" y="1188637"/>
            <a:ext cx="2988234" cy="4480726"/>
          </a:xfrm>
        </p:spPr>
        <p:txBody>
          <a:bodyPr>
            <a:normAutofit/>
          </a:bodyPr>
          <a:lstStyle/>
          <a:p>
            <a:pPr algn="r"/>
            <a:r>
              <a:rPr lang="en-US" sz="3600" b="1">
                <a:solidFill>
                  <a:srgbClr val="F5A22C"/>
                </a:solidFill>
                <a:latin typeface="Segoe UI Semibold"/>
                <a:ea typeface="+mn-lt"/>
                <a:cs typeface="+mn-lt"/>
              </a:rPr>
              <a:t>Financial Footprints: Examining Kenway Exports LLC’s Alleged Ties to Cartels</a:t>
            </a:r>
            <a:endParaRPr lang="en-US" sz="3600" b="1">
              <a:solidFill>
                <a:srgbClr val="F5A22C"/>
              </a:solidFill>
            </a:endParaRPr>
          </a:p>
        </p:txBody>
      </p:sp>
      <p:sp>
        <p:nvSpPr>
          <p:cNvPr id="4" name="Footer Placeholder 3">
            <a:extLst>
              <a:ext uri="{FF2B5EF4-FFF2-40B4-BE49-F238E27FC236}">
                <a16:creationId xmlns:a16="http://schemas.microsoft.com/office/drawing/2014/main" id="{9ADA16E9-4F54-A28B-3C83-4AD536A411DF}"/>
              </a:ext>
            </a:extLst>
          </p:cNvPr>
          <p:cNvSpPr>
            <a:spLocks noGrp="1"/>
          </p:cNvSpPr>
          <p:nvPr>
            <p:ph type="ftr" sz="quarter" idx="11"/>
          </p:nvPr>
        </p:nvSpPr>
        <p:spPr>
          <a:xfrm rot="5400000">
            <a:off x="-2374833" y="3246436"/>
            <a:ext cx="5607882" cy="365125"/>
          </a:xfrm>
        </p:spPr>
        <p:txBody>
          <a:bodyPr anchor="t">
            <a:normAutofit/>
          </a:bodyPr>
          <a:lstStyle/>
          <a:p>
            <a:pPr algn="l">
              <a:spcAft>
                <a:spcPts val="600"/>
              </a:spcAft>
            </a:pPr>
            <a:r>
              <a:rPr lang="en-US" sz="1150">
                <a:solidFill>
                  <a:schemeClr val="tx1">
                    <a:lumMod val="85000"/>
                    <a:lumOff val="15000"/>
                  </a:schemeClr>
                </a:solidFill>
              </a:rPr>
              <a:t>Slide</a:t>
            </a:r>
          </a:p>
        </p:txBody>
      </p:sp>
      <p:cxnSp>
        <p:nvCxnSpPr>
          <p:cNvPr id="29" name="Straight Connector 28">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0" name="Content Placeholder 2">
            <a:extLst>
              <a:ext uri="{FF2B5EF4-FFF2-40B4-BE49-F238E27FC236}">
                <a16:creationId xmlns:a16="http://schemas.microsoft.com/office/drawing/2014/main" id="{D245DFF9-16BA-4F0F-6706-B44D1EE6080C}"/>
              </a:ext>
            </a:extLst>
          </p:cNvPr>
          <p:cNvSpPr>
            <a:spLocks noGrp="1"/>
          </p:cNvSpPr>
          <p:nvPr>
            <p:ph idx="1"/>
          </p:nvPr>
        </p:nvSpPr>
        <p:spPr>
          <a:xfrm>
            <a:off x="4966123" y="1965960"/>
            <a:ext cx="5891376" cy="3236495"/>
          </a:xfrm>
        </p:spPr>
        <p:txBody>
          <a:bodyPr anchor="ctr">
            <a:normAutofit/>
          </a:bodyPr>
          <a:lstStyle/>
          <a:p>
            <a:r>
              <a:rPr lang="en-US" sz="2000" b="1" dirty="0">
                <a:solidFill>
                  <a:schemeClr val="bg1"/>
                </a:solidFill>
                <a:cs typeface="Segoe UI Light"/>
              </a:rPr>
              <a:t> </a:t>
            </a:r>
            <a:r>
              <a:rPr lang="en-US" sz="2000" dirty="0">
                <a:solidFill>
                  <a:schemeClr val="bg1"/>
                </a:solidFill>
                <a:cs typeface="Segoe UI Light"/>
              </a:rPr>
              <a:t>After identifying Kenway's involvement we were able to limit our scope to storage and transportational based clues</a:t>
            </a:r>
          </a:p>
          <a:p>
            <a:r>
              <a:rPr lang="en-US" sz="2000" dirty="0">
                <a:solidFill>
                  <a:schemeClr val="bg1"/>
                </a:solidFill>
                <a:cs typeface="Segoe UI Light"/>
              </a:rPr>
              <a:t> Once viewing the contents of the midterm.dd file we discovered email conversations between </a:t>
            </a:r>
            <a:r>
              <a:rPr lang="en-US" sz="2000" dirty="0">
                <a:solidFill>
                  <a:schemeClr val="bg1"/>
                </a:solidFill>
                <a:cs typeface="Segoe UI Light"/>
                <a:hlinkClick r:id="rId2">
                  <a:extLst>
                    <a:ext uri="{A12FA001-AC4F-418D-AE19-62706E023703}">
                      <ahyp:hlinkClr xmlns:ahyp="http://schemas.microsoft.com/office/drawing/2018/hyperlinkcolor" val="tx"/>
                    </a:ext>
                  </a:extLst>
                </a:hlinkClick>
              </a:rPr>
              <a:t>unknownbuyer77@tuta.io</a:t>
            </a:r>
            <a:r>
              <a:rPr lang="en-US" sz="2000" dirty="0">
                <a:solidFill>
                  <a:schemeClr val="bg1"/>
                </a:solidFill>
                <a:cs typeface="Segoe UI Light"/>
              </a:rPr>
              <a:t> and </a:t>
            </a:r>
            <a:r>
              <a:rPr lang="en-US" sz="2000" dirty="0">
                <a:solidFill>
                  <a:schemeClr val="bg1"/>
                </a:solidFill>
                <a:cs typeface="Segoe UI Light"/>
                <a:hlinkClick r:id="rId3">
                  <a:extLst>
                    <a:ext uri="{A12FA001-AC4F-418D-AE19-62706E023703}">
                      <ahyp:hlinkClr xmlns:ahyp="http://schemas.microsoft.com/office/drawing/2018/hyperlinkcolor" val="tx"/>
                    </a:ext>
                  </a:extLst>
                </a:hlinkClick>
              </a:rPr>
              <a:t>edward.kenway@protomail.com</a:t>
            </a:r>
            <a:r>
              <a:rPr lang="en-US" sz="2000" dirty="0">
                <a:solidFill>
                  <a:schemeClr val="bg1"/>
                </a:solidFill>
                <a:cs typeface="Segoe UI Light"/>
              </a:rPr>
              <a:t>. This sparked interest in finding a possible ledger that'll connect Kenway Exports LLC to the infamous Cartel. </a:t>
            </a:r>
          </a:p>
          <a:p>
            <a:pPr marL="0" indent="0">
              <a:buNone/>
            </a:pPr>
            <a:endParaRPr lang="en-US" sz="2000" dirty="0"/>
          </a:p>
        </p:txBody>
      </p:sp>
      <p:sp>
        <p:nvSpPr>
          <p:cNvPr id="5" name="Slide Number Placeholder 4">
            <a:extLst>
              <a:ext uri="{FF2B5EF4-FFF2-40B4-BE49-F238E27FC236}">
                <a16:creationId xmlns:a16="http://schemas.microsoft.com/office/drawing/2014/main" id="{BD2B6778-0CA4-D18C-F840-DE5290B2F214}"/>
              </a:ext>
            </a:extLst>
          </p:cNvPr>
          <p:cNvSpPr>
            <a:spLocks noGrp="1"/>
          </p:cNvSpPr>
          <p:nvPr>
            <p:ph type="sldNum" sz="quarter" idx="12"/>
          </p:nvPr>
        </p:nvSpPr>
        <p:spPr>
          <a:xfrm>
            <a:off x="9683496" y="4892040"/>
            <a:ext cx="1673352" cy="1005840"/>
          </a:xfrm>
        </p:spPr>
        <p:txBody>
          <a:bodyPr>
            <a:normAutofit/>
          </a:bodyPr>
          <a:lstStyle/>
          <a:p>
            <a:pPr>
              <a:lnSpc>
                <a:spcPct val="90000"/>
              </a:lnSpc>
              <a:spcAft>
                <a:spcPts val="600"/>
              </a:spcAft>
            </a:pPr>
            <a:fld id="{06FEDF93-2BFD-41CA-ABC7-B039102F3792}" type="slidenum">
              <a:rPr lang="en-US" sz="6600">
                <a:solidFill>
                  <a:srgbClr val="FFFFFF"/>
                </a:solidFill>
              </a:rPr>
              <a:pPr>
                <a:lnSpc>
                  <a:spcPct val="90000"/>
                </a:lnSpc>
                <a:spcAft>
                  <a:spcPts val="600"/>
                </a:spcAft>
              </a:pPr>
              <a:t>6</a:t>
            </a:fld>
            <a:endParaRPr lang="en-US" sz="6600">
              <a:solidFill>
                <a:srgbClr val="FFFFFF"/>
              </a:solidFill>
            </a:endParaRPr>
          </a:p>
        </p:txBody>
      </p:sp>
    </p:spTree>
    <p:extLst>
      <p:ext uri="{BB962C8B-B14F-4D97-AF65-F5344CB8AC3E}">
        <p14:creationId xmlns:p14="http://schemas.microsoft.com/office/powerpoint/2010/main" val="1702447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7984"/>
        </a:solidFill>
        <a:effectLst/>
      </p:bgPr>
    </p:bg>
    <p:spTree>
      <p:nvGrpSpPr>
        <p:cNvPr id="1" name="">
          <a:extLst>
            <a:ext uri="{FF2B5EF4-FFF2-40B4-BE49-F238E27FC236}">
              <a16:creationId xmlns:a16="http://schemas.microsoft.com/office/drawing/2014/main" id="{EADEC235-81A3-B699-F51F-6E099F6365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63289D-550A-E737-C9E8-272589B11181}"/>
              </a:ext>
            </a:extLst>
          </p:cNvPr>
          <p:cNvSpPr>
            <a:spLocks noGrp="1"/>
          </p:cNvSpPr>
          <p:nvPr>
            <p:ph type="title"/>
          </p:nvPr>
        </p:nvSpPr>
        <p:spPr>
          <a:xfrm>
            <a:off x="468852" y="1176783"/>
            <a:ext cx="3808179" cy="2913436"/>
          </a:xfrm>
        </p:spPr>
        <p:txBody>
          <a:bodyPr vert="horz" lIns="91440" tIns="45720" rIns="91440" bIns="45720" rtlCol="0" anchor="b">
            <a:normAutofit/>
          </a:bodyPr>
          <a:lstStyle/>
          <a:p>
            <a:r>
              <a:rPr lang="en-US" sz="4400" b="1">
                <a:solidFill>
                  <a:srgbClr val="F5A22C"/>
                </a:solidFill>
              </a:rPr>
              <a:t>Financial Transactions/Records</a:t>
            </a:r>
            <a:endParaRPr lang="en-US" sz="4100" b="1" kern="1200">
              <a:solidFill>
                <a:srgbClr val="F5A22C"/>
              </a:solidFill>
              <a:latin typeface="+mj-lt"/>
              <a:ea typeface="+mj-ea"/>
              <a:cs typeface="+mj-cs"/>
            </a:endParaRPr>
          </a:p>
        </p:txBody>
      </p:sp>
      <p:sp>
        <p:nvSpPr>
          <p:cNvPr id="4" name="Footer Placeholder 3">
            <a:extLst>
              <a:ext uri="{FF2B5EF4-FFF2-40B4-BE49-F238E27FC236}">
                <a16:creationId xmlns:a16="http://schemas.microsoft.com/office/drawing/2014/main" id="{2D291EEE-2B78-C7CF-F20E-37998969BFCD}"/>
              </a:ext>
            </a:extLst>
          </p:cNvPr>
          <p:cNvSpPr>
            <a:spLocks noGrp="1"/>
          </p:cNvSpPr>
          <p:nvPr>
            <p:ph type="ftr" sz="quarter" idx="11"/>
          </p:nvPr>
        </p:nvSpPr>
        <p:spPr>
          <a:xfrm>
            <a:off x="833120" y="6356350"/>
            <a:ext cx="3200400" cy="365125"/>
          </a:xfrm>
        </p:spPr>
        <p:txBody>
          <a:bodyPr vert="horz" lIns="91440" tIns="45720" rIns="91440" bIns="45720" rtlCol="0" anchor="ctr">
            <a:normAutofit/>
          </a:bodyPr>
          <a:lstStyle/>
          <a:p>
            <a:pPr algn="l">
              <a:spcAft>
                <a:spcPts val="600"/>
              </a:spcAft>
            </a:pPr>
            <a:r>
              <a:rPr lang="en-US" sz="1100" kern="1200">
                <a:solidFill>
                  <a:schemeClr val="tx1">
                    <a:lumMod val="75000"/>
                    <a:lumOff val="25000"/>
                  </a:schemeClr>
                </a:solidFill>
                <a:latin typeface="+mn-lt"/>
                <a:ea typeface="+mn-ea"/>
                <a:cs typeface="+mn-cs"/>
              </a:rPr>
              <a:t>Slide</a:t>
            </a:r>
          </a:p>
        </p:txBody>
      </p:sp>
      <p:sp>
        <p:nvSpPr>
          <p:cNvPr id="5" name="Slide Number Placeholder 4">
            <a:extLst>
              <a:ext uri="{FF2B5EF4-FFF2-40B4-BE49-F238E27FC236}">
                <a16:creationId xmlns:a16="http://schemas.microsoft.com/office/drawing/2014/main" id="{0DABE034-CDF7-37F0-E5DC-344132E12DE9}"/>
              </a:ext>
            </a:extLst>
          </p:cNvPr>
          <p:cNvSpPr>
            <a:spLocks noGrp="1"/>
          </p:cNvSpPr>
          <p:nvPr>
            <p:ph type="sldNum" sz="quarter" idx="12"/>
          </p:nvPr>
        </p:nvSpPr>
        <p:spPr>
          <a:xfrm>
            <a:off x="10850880" y="6356350"/>
            <a:ext cx="502920" cy="365125"/>
          </a:xfrm>
        </p:spPr>
        <p:txBody>
          <a:bodyPr vert="horz" lIns="91440" tIns="45720" rIns="91440" bIns="45720" rtlCol="0" anchor="ctr">
            <a:normAutofit/>
          </a:bodyPr>
          <a:lstStyle/>
          <a:p>
            <a:pPr>
              <a:spcAft>
                <a:spcPts val="600"/>
              </a:spcAft>
            </a:pPr>
            <a:fld id="{06FEDF93-2BFD-41CA-ABC7-B039102F3792}" type="slidenum">
              <a:rPr lang="en-US" sz="1100">
                <a:solidFill>
                  <a:schemeClr val="tx1">
                    <a:lumMod val="75000"/>
                    <a:lumOff val="25000"/>
                  </a:schemeClr>
                </a:solidFill>
              </a:rPr>
              <a:pPr>
                <a:spcAft>
                  <a:spcPts val="600"/>
                </a:spcAft>
              </a:pPr>
              <a:t>7</a:t>
            </a:fld>
            <a:endParaRPr lang="en-US" sz="1100">
              <a:solidFill>
                <a:schemeClr val="tx1">
                  <a:lumMod val="75000"/>
                  <a:lumOff val="25000"/>
                </a:schemeClr>
              </a:solidFill>
            </a:endParaRPr>
          </a:p>
        </p:txBody>
      </p:sp>
      <p:pic>
        <p:nvPicPr>
          <p:cNvPr id="12" name="Content Placeholder 5" descr="A white text on a white background&#10;&#10;AI-generated content may be incorrect.">
            <a:extLst>
              <a:ext uri="{FF2B5EF4-FFF2-40B4-BE49-F238E27FC236}">
                <a16:creationId xmlns:a16="http://schemas.microsoft.com/office/drawing/2014/main" id="{8349D2CE-D8A7-B81C-1FFB-3D8AB488AB77}"/>
              </a:ext>
            </a:extLst>
          </p:cNvPr>
          <p:cNvPicPr>
            <a:picLocks noGrp="1" noChangeAspect="1"/>
          </p:cNvPicPr>
          <p:nvPr>
            <p:ph idx="1"/>
          </p:nvPr>
        </p:nvPicPr>
        <p:blipFill>
          <a:blip r:embed="rId2"/>
          <a:srcRect r="25993" b="18653"/>
          <a:stretch/>
        </p:blipFill>
        <p:spPr>
          <a:xfrm>
            <a:off x="5461902" y="591982"/>
            <a:ext cx="4828761" cy="1738263"/>
          </a:xfrm>
          <a:prstGeom prst="rect">
            <a:avLst/>
          </a:prstGeom>
          <a:solidFill>
            <a:srgbClr val="FFFFFF"/>
          </a:solidFill>
          <a:scene3d>
            <a:camera prst="orthographicFront"/>
            <a:lightRig rig="threePt" dir="t">
              <a:rot lat="0" lon="0" rev="2700000"/>
            </a:lightRig>
          </a:scene3d>
          <a:sp3d contourW="6350">
            <a:bevelT h="38100"/>
            <a:contourClr>
              <a:srgbClr val="C0C0C0"/>
            </a:contourClr>
          </a:sp3d>
        </p:spPr>
      </p:pic>
      <p:pic>
        <p:nvPicPr>
          <p:cNvPr id="13" name="Content Placeholder 6" descr="A white text on a white background&#10;&#10;AI-generated content may be incorrect.">
            <a:extLst>
              <a:ext uri="{FF2B5EF4-FFF2-40B4-BE49-F238E27FC236}">
                <a16:creationId xmlns:a16="http://schemas.microsoft.com/office/drawing/2014/main" id="{AB583959-053E-339E-E90E-FCEC02CDD12B}"/>
              </a:ext>
            </a:extLst>
          </p:cNvPr>
          <p:cNvPicPr>
            <a:picLocks noChangeAspect="1"/>
          </p:cNvPicPr>
          <p:nvPr/>
        </p:nvPicPr>
        <p:blipFill>
          <a:blip r:embed="rId3"/>
          <a:stretch>
            <a:fillRect/>
          </a:stretch>
        </p:blipFill>
        <p:spPr>
          <a:xfrm>
            <a:off x="5461902" y="4935828"/>
            <a:ext cx="5066507" cy="1621282"/>
          </a:xfrm>
          <a:prstGeom prst="rect">
            <a:avLst/>
          </a:prstGeom>
          <a:solidFill>
            <a:srgbClr val="FFFFFF"/>
          </a:solidFill>
          <a:scene3d>
            <a:camera prst="orthographicFront"/>
            <a:lightRig rig="threePt" dir="t">
              <a:rot lat="0" lon="0" rev="2700000"/>
            </a:lightRig>
          </a:scene3d>
          <a:sp3d contourW="6350">
            <a:bevelT h="38100"/>
            <a:contourClr>
              <a:srgbClr val="C0C0C0"/>
            </a:contourClr>
          </a:sp3d>
        </p:spPr>
      </p:pic>
      <p:pic>
        <p:nvPicPr>
          <p:cNvPr id="16" name="Picture 15" descr="A screenshot of a computer&#10;&#10;AI-generated content may be incorrect.">
            <a:extLst>
              <a:ext uri="{FF2B5EF4-FFF2-40B4-BE49-F238E27FC236}">
                <a16:creationId xmlns:a16="http://schemas.microsoft.com/office/drawing/2014/main" id="{FD6CB4E4-EDDB-0487-0B48-45247BEE7D5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61903" y="2471910"/>
            <a:ext cx="4828760" cy="2271594"/>
          </a:xfrm>
          <a:prstGeom prst="rect">
            <a:avLst/>
          </a:prstGeom>
        </p:spPr>
      </p:pic>
    </p:spTree>
    <p:extLst>
      <p:ext uri="{BB962C8B-B14F-4D97-AF65-F5344CB8AC3E}">
        <p14:creationId xmlns:p14="http://schemas.microsoft.com/office/powerpoint/2010/main" val="4182535198"/>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7984"/>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D7321C-4448-51E6-EC89-BD79AEF5ACD6}"/>
              </a:ext>
            </a:extLst>
          </p:cNvPr>
          <p:cNvSpPr>
            <a:spLocks noGrp="1"/>
          </p:cNvSpPr>
          <p:nvPr>
            <p:ph type="title"/>
          </p:nvPr>
        </p:nvSpPr>
        <p:spPr>
          <a:xfrm>
            <a:off x="1253445" y="1088136"/>
            <a:ext cx="8247907" cy="746031"/>
          </a:xfrm>
        </p:spPr>
        <p:txBody>
          <a:bodyPr anchor="ctr">
            <a:normAutofit/>
          </a:bodyPr>
          <a:lstStyle/>
          <a:p>
            <a:r>
              <a:rPr lang="en-US" sz="3600" b="1">
                <a:solidFill>
                  <a:srgbClr val="F5A028"/>
                </a:solidFill>
              </a:rPr>
              <a:t>The significance of the deleted files</a:t>
            </a:r>
          </a:p>
        </p:txBody>
      </p:sp>
      <p:sp>
        <p:nvSpPr>
          <p:cNvPr id="4" name="Footer Placeholder 3">
            <a:extLst>
              <a:ext uri="{FF2B5EF4-FFF2-40B4-BE49-F238E27FC236}">
                <a16:creationId xmlns:a16="http://schemas.microsoft.com/office/drawing/2014/main" id="{3B948CAC-F7EB-3EAC-BAE7-9A4602045B15}"/>
              </a:ext>
            </a:extLst>
          </p:cNvPr>
          <p:cNvSpPr>
            <a:spLocks noGrp="1"/>
          </p:cNvSpPr>
          <p:nvPr>
            <p:ph type="ftr" sz="quarter" idx="11"/>
          </p:nvPr>
        </p:nvSpPr>
        <p:spPr>
          <a:xfrm rot="5400000">
            <a:off x="-2374833" y="3246436"/>
            <a:ext cx="5607882" cy="365125"/>
          </a:xfrm>
        </p:spPr>
        <p:txBody>
          <a:bodyPr anchor="t">
            <a:normAutofit/>
          </a:bodyPr>
          <a:lstStyle/>
          <a:p>
            <a:pPr algn="l">
              <a:spcAft>
                <a:spcPts val="600"/>
              </a:spcAft>
            </a:pPr>
            <a:r>
              <a:rPr lang="en-US" sz="1150">
                <a:solidFill>
                  <a:schemeClr val="tx1">
                    <a:lumMod val="85000"/>
                    <a:lumOff val="15000"/>
                  </a:schemeClr>
                </a:solidFill>
              </a:rPr>
              <a:t>Slide</a:t>
            </a:r>
          </a:p>
        </p:txBody>
      </p:sp>
      <p:sp>
        <p:nvSpPr>
          <p:cNvPr id="3" name="Content Placeholder 2">
            <a:extLst>
              <a:ext uri="{FF2B5EF4-FFF2-40B4-BE49-F238E27FC236}">
                <a16:creationId xmlns:a16="http://schemas.microsoft.com/office/drawing/2014/main" id="{E914CEED-0FEF-BF4C-9463-54EC6D3CC979}"/>
              </a:ext>
            </a:extLst>
          </p:cNvPr>
          <p:cNvSpPr>
            <a:spLocks noGrp="1"/>
          </p:cNvSpPr>
          <p:nvPr>
            <p:ph idx="1"/>
          </p:nvPr>
        </p:nvSpPr>
        <p:spPr>
          <a:xfrm>
            <a:off x="1253445" y="1834167"/>
            <a:ext cx="8584238" cy="3991859"/>
          </a:xfrm>
        </p:spPr>
        <p:txBody>
          <a:bodyPr anchor="t">
            <a:normAutofit fontScale="40000" lnSpcReduction="20000"/>
          </a:bodyPr>
          <a:lstStyle/>
          <a:p>
            <a:r>
              <a:rPr lang="en-US" sz="3800" b="1">
                <a:solidFill>
                  <a:schemeClr val="bg1"/>
                </a:solidFill>
              </a:rPr>
              <a:t>Investigation Summary:</a:t>
            </a:r>
          </a:p>
          <a:p>
            <a:pPr lvl="1"/>
            <a:r>
              <a:rPr lang="en-US" sz="3800" b="1">
                <a:solidFill>
                  <a:schemeClr val="bg1"/>
                </a:solidFill>
              </a:rPr>
              <a:t>Recovered deleted files from images using </a:t>
            </a:r>
            <a:r>
              <a:rPr lang="en-US" sz="3800" b="1" err="1">
                <a:solidFill>
                  <a:schemeClr val="bg1"/>
                </a:solidFill>
              </a:rPr>
              <a:t>PhotoRec</a:t>
            </a:r>
            <a:r>
              <a:rPr lang="en-US" sz="3800" b="1">
                <a:solidFill>
                  <a:schemeClr val="bg1"/>
                </a:solidFill>
              </a:rPr>
              <a:t> and Foremost</a:t>
            </a:r>
          </a:p>
          <a:p>
            <a:pPr lvl="1"/>
            <a:r>
              <a:rPr lang="en-US" sz="3800" b="1">
                <a:solidFill>
                  <a:schemeClr val="bg1"/>
                </a:solidFill>
              </a:rPr>
              <a:t>Searched recovered data for key terms: "Kenway", "artifact", "export", and "transaction.”</a:t>
            </a:r>
          </a:p>
          <a:p>
            <a:r>
              <a:rPr lang="en-US" sz="3800" b="1">
                <a:solidFill>
                  <a:schemeClr val="bg1"/>
                </a:solidFill>
              </a:rPr>
              <a:t>What We Found:</a:t>
            </a:r>
          </a:p>
          <a:p>
            <a:pPr lvl="1"/>
            <a:r>
              <a:rPr lang="en-US" sz="3800" b="1">
                <a:solidFill>
                  <a:schemeClr val="bg1"/>
                </a:solidFill>
              </a:rPr>
              <a:t>Multiple test files referenced:</a:t>
            </a:r>
          </a:p>
          <a:p>
            <a:pPr lvl="2"/>
            <a:r>
              <a:rPr lang="en-US" sz="3800" b="1">
                <a:solidFill>
                  <a:schemeClr val="bg1"/>
                </a:solidFill>
              </a:rPr>
              <a:t>“Exporting a copy”</a:t>
            </a:r>
          </a:p>
          <a:p>
            <a:pPr lvl="2"/>
            <a:r>
              <a:rPr lang="en-US" sz="3800" b="1">
                <a:solidFill>
                  <a:schemeClr val="bg1"/>
                </a:solidFill>
              </a:rPr>
              <a:t>Several “transactions” (see screenshot 1)</a:t>
            </a:r>
          </a:p>
          <a:p>
            <a:pPr lvl="1"/>
            <a:r>
              <a:rPr lang="en-US" sz="3800" b="1">
                <a:solidFill>
                  <a:schemeClr val="bg1"/>
                </a:solidFill>
              </a:rPr>
              <a:t>Some documents used financial language:</a:t>
            </a:r>
          </a:p>
          <a:p>
            <a:pPr lvl="2"/>
            <a:r>
              <a:rPr lang="en-US" sz="3800" b="1">
                <a:solidFill>
                  <a:schemeClr val="bg1"/>
                </a:solidFill>
              </a:rPr>
              <a:t>Mentions solicitors, records, and formal agreement</a:t>
            </a:r>
          </a:p>
          <a:p>
            <a:pPr lvl="2"/>
            <a:r>
              <a:rPr lang="en-US" sz="3800" b="1">
                <a:solidFill>
                  <a:schemeClr val="bg1"/>
                </a:solidFill>
              </a:rPr>
              <a:t>Implies possible hidden or undercover deals</a:t>
            </a:r>
          </a:p>
          <a:p>
            <a:pPr lvl="1"/>
            <a:r>
              <a:rPr lang="en-US" sz="3800" b="1">
                <a:solidFill>
                  <a:schemeClr val="bg1"/>
                </a:solidFill>
              </a:rPr>
              <a:t> All files are located in </a:t>
            </a:r>
            <a:r>
              <a:rPr lang="en-US" sz="3800" b="1" err="1">
                <a:solidFill>
                  <a:schemeClr val="bg1"/>
                </a:solidFill>
              </a:rPr>
              <a:t>recup_dir</a:t>
            </a:r>
            <a:r>
              <a:rPr lang="en-US" sz="3800" b="1">
                <a:solidFill>
                  <a:schemeClr val="bg1"/>
                </a:solidFill>
              </a:rPr>
              <a:t> folders:</a:t>
            </a:r>
          </a:p>
          <a:p>
            <a:pPr lvl="2"/>
            <a:r>
              <a:rPr lang="en-US" sz="3800" b="1">
                <a:solidFill>
                  <a:schemeClr val="bg1"/>
                </a:solidFill>
              </a:rPr>
              <a:t>It shows us that they had been deleted and were no longer shown through normal access(shown in screenshot 3)</a:t>
            </a:r>
          </a:p>
          <a:p>
            <a:r>
              <a:rPr lang="en-US" sz="3800" b="1">
                <a:solidFill>
                  <a:schemeClr val="bg1"/>
                </a:solidFill>
              </a:rPr>
              <a:t>Impact on the Case:</a:t>
            </a:r>
          </a:p>
          <a:p>
            <a:pPr lvl="1"/>
            <a:r>
              <a:rPr lang="en-US" sz="3800" b="1">
                <a:solidFill>
                  <a:schemeClr val="bg1"/>
                </a:solidFill>
              </a:rPr>
              <a:t>Strong evidence someone intentionally deleted files to hide activities</a:t>
            </a:r>
          </a:p>
          <a:p>
            <a:pPr lvl="1"/>
            <a:r>
              <a:rPr lang="en-US" sz="3800" b="1">
                <a:solidFill>
                  <a:schemeClr val="bg1"/>
                </a:solidFill>
              </a:rPr>
              <a:t>Supports the theory that there was smuggling or unofficial exports</a:t>
            </a:r>
          </a:p>
          <a:p>
            <a:pPr lvl="1"/>
            <a:r>
              <a:rPr lang="en-US" sz="3800" b="1">
                <a:solidFill>
                  <a:schemeClr val="bg1"/>
                </a:solidFill>
              </a:rPr>
              <a:t>These deleted documents could be used to serve as digital evidence in court.</a:t>
            </a:r>
          </a:p>
          <a:p>
            <a:endParaRPr lang="en-US" sz="600"/>
          </a:p>
        </p:txBody>
      </p:sp>
      <p:sp>
        <p:nvSpPr>
          <p:cNvPr id="5" name="Slide Number Placeholder 4">
            <a:extLst>
              <a:ext uri="{FF2B5EF4-FFF2-40B4-BE49-F238E27FC236}">
                <a16:creationId xmlns:a16="http://schemas.microsoft.com/office/drawing/2014/main" id="{60039BDB-0750-7813-4822-FC7AE8285F0F}"/>
              </a:ext>
            </a:extLst>
          </p:cNvPr>
          <p:cNvSpPr>
            <a:spLocks noGrp="1"/>
          </p:cNvSpPr>
          <p:nvPr>
            <p:ph type="sldNum" sz="quarter" idx="12"/>
          </p:nvPr>
        </p:nvSpPr>
        <p:spPr>
          <a:xfrm>
            <a:off x="9683496" y="4892040"/>
            <a:ext cx="1673352" cy="1005840"/>
          </a:xfrm>
        </p:spPr>
        <p:txBody>
          <a:bodyPr>
            <a:normAutofit/>
          </a:bodyPr>
          <a:lstStyle/>
          <a:p>
            <a:pPr>
              <a:lnSpc>
                <a:spcPct val="90000"/>
              </a:lnSpc>
              <a:spcAft>
                <a:spcPts val="600"/>
              </a:spcAft>
            </a:pPr>
            <a:fld id="{06FEDF93-2BFD-41CA-ABC7-B039102F3792}" type="slidenum">
              <a:rPr lang="en-US" sz="6600">
                <a:solidFill>
                  <a:srgbClr val="FFFFFF"/>
                </a:solidFill>
              </a:rPr>
              <a:pPr>
                <a:lnSpc>
                  <a:spcPct val="90000"/>
                </a:lnSpc>
                <a:spcAft>
                  <a:spcPts val="600"/>
                </a:spcAft>
              </a:pPr>
              <a:t>8</a:t>
            </a:fld>
            <a:endParaRPr lang="en-US" sz="6600">
              <a:solidFill>
                <a:srgbClr val="FFFFFF"/>
              </a:solidFill>
            </a:endParaRPr>
          </a:p>
        </p:txBody>
      </p:sp>
    </p:spTree>
    <p:extLst>
      <p:ext uri="{BB962C8B-B14F-4D97-AF65-F5344CB8AC3E}">
        <p14:creationId xmlns:p14="http://schemas.microsoft.com/office/powerpoint/2010/main" val="10209733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798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D8475-8782-5C44-F368-23103067AC8B}"/>
              </a:ext>
            </a:extLst>
          </p:cNvPr>
          <p:cNvSpPr>
            <a:spLocks noGrp="1"/>
          </p:cNvSpPr>
          <p:nvPr>
            <p:ph type="title"/>
          </p:nvPr>
        </p:nvSpPr>
        <p:spPr>
          <a:xfrm>
            <a:off x="786793" y="136525"/>
            <a:ext cx="10515600" cy="1325563"/>
          </a:xfrm>
        </p:spPr>
        <p:txBody>
          <a:bodyPr/>
          <a:lstStyle/>
          <a:p>
            <a:r>
              <a:rPr lang="en-US" b="1">
                <a:solidFill>
                  <a:srgbClr val="F5A028"/>
                </a:solidFill>
              </a:rPr>
              <a:t>Recovered Deleted Files</a:t>
            </a:r>
          </a:p>
        </p:txBody>
      </p:sp>
      <p:sp>
        <p:nvSpPr>
          <p:cNvPr id="4" name="Footer Placeholder 3">
            <a:extLst>
              <a:ext uri="{FF2B5EF4-FFF2-40B4-BE49-F238E27FC236}">
                <a16:creationId xmlns:a16="http://schemas.microsoft.com/office/drawing/2014/main" id="{3C19E732-7C41-61C8-0232-3D735F11AD05}"/>
              </a:ext>
            </a:extLst>
          </p:cNvPr>
          <p:cNvSpPr>
            <a:spLocks noGrp="1"/>
          </p:cNvSpPr>
          <p:nvPr>
            <p:ph type="ftr" sz="quarter" idx="11"/>
          </p:nvPr>
        </p:nvSpPr>
        <p:spPr/>
        <p:txBody>
          <a:bodyPr/>
          <a:lstStyle/>
          <a:p>
            <a:r>
              <a:rPr lang="en-US"/>
              <a:t>Slide</a:t>
            </a:r>
          </a:p>
        </p:txBody>
      </p:sp>
      <p:sp>
        <p:nvSpPr>
          <p:cNvPr id="5" name="Slide Number Placeholder 4">
            <a:extLst>
              <a:ext uri="{FF2B5EF4-FFF2-40B4-BE49-F238E27FC236}">
                <a16:creationId xmlns:a16="http://schemas.microsoft.com/office/drawing/2014/main" id="{DB60CBA4-3F2D-75B9-EADF-72EDE0EE2717}"/>
              </a:ext>
            </a:extLst>
          </p:cNvPr>
          <p:cNvSpPr>
            <a:spLocks noGrp="1"/>
          </p:cNvSpPr>
          <p:nvPr>
            <p:ph type="sldNum" sz="quarter" idx="12"/>
          </p:nvPr>
        </p:nvSpPr>
        <p:spPr/>
        <p:txBody>
          <a:bodyPr/>
          <a:lstStyle/>
          <a:p>
            <a:fld id="{06FEDF93-2BFD-41CA-ABC7-B039102F3792}" type="slidenum">
              <a:rPr lang="en-US" smtClean="0"/>
              <a:t>9</a:t>
            </a:fld>
            <a:endParaRPr lang="en-US"/>
          </a:p>
        </p:txBody>
      </p:sp>
      <p:pic>
        <p:nvPicPr>
          <p:cNvPr id="6" name="Content Placeholder 5" descr="A screenshot of a computer screen&#10;&#10;AI-generated content may be incorrect.">
            <a:extLst>
              <a:ext uri="{FF2B5EF4-FFF2-40B4-BE49-F238E27FC236}">
                <a16:creationId xmlns:a16="http://schemas.microsoft.com/office/drawing/2014/main" id="{74A11C82-24D7-B709-DDE3-909CB7FD067E}"/>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r="13912"/>
          <a:stretch/>
        </p:blipFill>
        <p:spPr>
          <a:xfrm>
            <a:off x="324059" y="1788908"/>
            <a:ext cx="3589394" cy="4750004"/>
          </a:xfrm>
          <a:prstGeom prst="rect">
            <a:avLst/>
          </a:prstGeom>
          <a:effectLst>
            <a:outerShdw blurRad="508000" dist="101600" dir="5400000" algn="tl" rotWithShape="0">
              <a:prstClr val="black">
                <a:alpha val="10000"/>
              </a:prstClr>
            </a:outerShdw>
          </a:effectLst>
        </p:spPr>
      </p:pic>
      <p:pic>
        <p:nvPicPr>
          <p:cNvPr id="7" name="Content Placeholder 5" descr="A screenshot of a computer screen&#10;&#10;AI-generated content may be incorrect.">
            <a:extLst>
              <a:ext uri="{FF2B5EF4-FFF2-40B4-BE49-F238E27FC236}">
                <a16:creationId xmlns:a16="http://schemas.microsoft.com/office/drawing/2014/main" id="{1EA8E8EE-7015-DB66-3C04-1542D22F4AAB}"/>
              </a:ext>
            </a:extLst>
          </p:cNvPr>
          <p:cNvPicPr>
            <a:picLocks noChangeAspect="1"/>
          </p:cNvPicPr>
          <p:nvPr/>
        </p:nvPicPr>
        <p:blipFill>
          <a:blip r:embed="rId3">
            <a:extLst>
              <a:ext uri="{28A0092B-C50C-407E-A947-70E740481C1C}">
                <a14:useLocalDpi xmlns:a14="http://schemas.microsoft.com/office/drawing/2010/main" val="0"/>
              </a:ext>
            </a:extLst>
          </a:blip>
          <a:srcRect r="15639"/>
          <a:stretch/>
        </p:blipFill>
        <p:spPr>
          <a:xfrm>
            <a:off x="4038600" y="1788908"/>
            <a:ext cx="3589394" cy="4780649"/>
          </a:xfrm>
          <a:prstGeom prst="rect">
            <a:avLst/>
          </a:prstGeom>
          <a:effectLst>
            <a:outerShdw blurRad="508000" dist="101600" dir="5400000" algn="tl" rotWithShape="0">
              <a:prstClr val="black">
                <a:alpha val="10000"/>
              </a:prstClr>
            </a:outerShdw>
          </a:effectLst>
        </p:spPr>
      </p:pic>
      <p:pic>
        <p:nvPicPr>
          <p:cNvPr id="8" name="Picture 7" descr="A screenshot of a computer screen&#10;&#10;AI-generated content may be incorrect.">
            <a:extLst>
              <a:ext uri="{FF2B5EF4-FFF2-40B4-BE49-F238E27FC236}">
                <a16:creationId xmlns:a16="http://schemas.microsoft.com/office/drawing/2014/main" id="{4B0BF46C-95D6-2736-0980-5FF1E6CDBD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53141" y="1788909"/>
            <a:ext cx="4196346" cy="4780648"/>
          </a:xfrm>
          <a:prstGeom prst="rect">
            <a:avLst/>
          </a:prstGeom>
        </p:spPr>
      </p:pic>
      <p:sp>
        <p:nvSpPr>
          <p:cNvPr id="9" name="TextBox 8">
            <a:extLst>
              <a:ext uri="{FF2B5EF4-FFF2-40B4-BE49-F238E27FC236}">
                <a16:creationId xmlns:a16="http://schemas.microsoft.com/office/drawing/2014/main" id="{D4C2E8FC-7D99-9F74-85AA-869C1018499E}"/>
              </a:ext>
            </a:extLst>
          </p:cNvPr>
          <p:cNvSpPr txBox="1"/>
          <p:nvPr/>
        </p:nvSpPr>
        <p:spPr>
          <a:xfrm>
            <a:off x="1229247" y="1388932"/>
            <a:ext cx="2684206" cy="369332"/>
          </a:xfrm>
          <a:prstGeom prst="rect">
            <a:avLst/>
          </a:prstGeom>
          <a:noFill/>
        </p:spPr>
        <p:txBody>
          <a:bodyPr wrap="square" rtlCol="0">
            <a:spAutoFit/>
          </a:bodyPr>
          <a:lstStyle/>
          <a:p>
            <a:r>
              <a:rPr lang="en-US">
                <a:solidFill>
                  <a:schemeClr val="bg1"/>
                </a:solidFill>
              </a:rPr>
              <a:t>Screenshot 1</a:t>
            </a:r>
          </a:p>
        </p:txBody>
      </p:sp>
      <p:sp>
        <p:nvSpPr>
          <p:cNvPr id="10" name="TextBox 9">
            <a:extLst>
              <a:ext uri="{FF2B5EF4-FFF2-40B4-BE49-F238E27FC236}">
                <a16:creationId xmlns:a16="http://schemas.microsoft.com/office/drawing/2014/main" id="{17988893-D2F1-D893-BDE9-E25E98D46020}"/>
              </a:ext>
            </a:extLst>
          </p:cNvPr>
          <p:cNvSpPr txBox="1"/>
          <p:nvPr/>
        </p:nvSpPr>
        <p:spPr>
          <a:xfrm>
            <a:off x="5034117" y="1388932"/>
            <a:ext cx="2949677" cy="369332"/>
          </a:xfrm>
          <a:prstGeom prst="rect">
            <a:avLst/>
          </a:prstGeom>
          <a:noFill/>
        </p:spPr>
        <p:txBody>
          <a:bodyPr wrap="square" rtlCol="0">
            <a:spAutoFit/>
          </a:bodyPr>
          <a:lstStyle/>
          <a:p>
            <a:r>
              <a:rPr lang="en-US">
                <a:solidFill>
                  <a:schemeClr val="bg1"/>
                </a:solidFill>
              </a:rPr>
              <a:t>Screenshot 2</a:t>
            </a:r>
          </a:p>
        </p:txBody>
      </p:sp>
      <p:sp>
        <p:nvSpPr>
          <p:cNvPr id="11" name="TextBox 10">
            <a:extLst>
              <a:ext uri="{FF2B5EF4-FFF2-40B4-BE49-F238E27FC236}">
                <a16:creationId xmlns:a16="http://schemas.microsoft.com/office/drawing/2014/main" id="{CD191D54-8340-ACB7-775A-E3030620801B}"/>
              </a:ext>
            </a:extLst>
          </p:cNvPr>
          <p:cNvSpPr txBox="1"/>
          <p:nvPr/>
        </p:nvSpPr>
        <p:spPr>
          <a:xfrm>
            <a:off x="9104458" y="1397315"/>
            <a:ext cx="2300749" cy="369332"/>
          </a:xfrm>
          <a:prstGeom prst="rect">
            <a:avLst/>
          </a:prstGeom>
          <a:noFill/>
        </p:spPr>
        <p:txBody>
          <a:bodyPr wrap="square" rtlCol="0">
            <a:spAutoFit/>
          </a:bodyPr>
          <a:lstStyle/>
          <a:p>
            <a:r>
              <a:rPr lang="en-US">
                <a:solidFill>
                  <a:schemeClr val="bg1"/>
                </a:solidFill>
              </a:rPr>
              <a:t>Screenshot 3</a:t>
            </a:r>
          </a:p>
        </p:txBody>
      </p:sp>
    </p:spTree>
    <p:extLst>
      <p:ext uri="{BB962C8B-B14F-4D97-AF65-F5344CB8AC3E}">
        <p14:creationId xmlns:p14="http://schemas.microsoft.com/office/powerpoint/2010/main" val="9285066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7984"/>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62A21665-C64F-4BDA-B2DE-442D70605718}"/>
              </a:ext>
              <a:ext uri="{C183D7F6-B498-43B3-948B-1728B52AA6E4}">
                <adec:decorative xmlns:adec="http://schemas.microsoft.com/office/drawing/2017/decorative" val="1"/>
              </a:ext>
            </a:extLst>
          </p:cNvPr>
          <p:cNvGrpSpPr/>
          <p:nvPr/>
        </p:nvGrpSpPr>
        <p:grpSpPr>
          <a:xfrm>
            <a:off x="4325258" y="1544068"/>
            <a:ext cx="3541486" cy="3769865"/>
            <a:chOff x="4325258" y="1229517"/>
            <a:chExt cx="3541486" cy="3769865"/>
          </a:xfrm>
          <a:solidFill>
            <a:srgbClr val="007984"/>
          </a:solidFill>
        </p:grpSpPr>
        <p:sp>
          <p:nvSpPr>
            <p:cNvPr id="12" name="Diamond 11">
              <a:extLst>
                <a:ext uri="{FF2B5EF4-FFF2-40B4-BE49-F238E27FC236}">
                  <a16:creationId xmlns:a16="http://schemas.microsoft.com/office/drawing/2014/main" id="{7DC8B409-5FAC-4539-B25A-26BE925A48AF}"/>
                </a:ext>
              </a:extLst>
            </p:cNvPr>
            <p:cNvSpPr/>
            <p:nvPr/>
          </p:nvSpPr>
          <p:spPr>
            <a:xfrm>
              <a:off x="4792319" y="2392018"/>
              <a:ext cx="2607364" cy="2607364"/>
            </a:xfrm>
            <a:prstGeom prst="diamond">
              <a:avLst/>
            </a:prstGeom>
            <a:grp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iamond 12">
              <a:extLst>
                <a:ext uri="{FF2B5EF4-FFF2-40B4-BE49-F238E27FC236}">
                  <a16:creationId xmlns:a16="http://schemas.microsoft.com/office/drawing/2014/main" id="{91498E2F-539C-46D3-AF7C-BB1DAE76B114}"/>
                </a:ext>
              </a:extLst>
            </p:cNvPr>
            <p:cNvSpPr/>
            <p:nvPr/>
          </p:nvSpPr>
          <p:spPr>
            <a:xfrm>
              <a:off x="4325258" y="1229517"/>
              <a:ext cx="3541486" cy="3541486"/>
            </a:xfrm>
            <a:prstGeom prst="diamond">
              <a:avLst/>
            </a:prstGeom>
            <a:grp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Title 1">
            <a:extLst>
              <a:ext uri="{FF2B5EF4-FFF2-40B4-BE49-F238E27FC236}">
                <a16:creationId xmlns:a16="http://schemas.microsoft.com/office/drawing/2014/main" id="{FA061601-468D-486D-B8EE-42BD1BE3ADCC}"/>
              </a:ext>
            </a:extLst>
          </p:cNvPr>
          <p:cNvSpPr>
            <a:spLocks noGrp="1"/>
          </p:cNvSpPr>
          <p:nvPr>
            <p:ph type="ctrTitle"/>
          </p:nvPr>
        </p:nvSpPr>
        <p:spPr>
          <a:xfrm>
            <a:off x="1524000" y="2093581"/>
            <a:ext cx="9144000" cy="2991973"/>
          </a:xfrm>
        </p:spPr>
        <p:txBody>
          <a:bodyPr lIns="0" tIns="0" rIns="0" bIns="0" anchor="ctr">
            <a:spAutoFit/>
          </a:bodyPr>
          <a:lstStyle/>
          <a:p>
            <a:r>
              <a:rPr lang="en-US" sz="7200" b="1">
                <a:solidFill>
                  <a:schemeClr val="bg1"/>
                </a:solidFill>
              </a:rPr>
              <a:t>Timeline</a:t>
            </a:r>
            <a:r>
              <a:rPr lang="en-US" sz="7200" b="1">
                <a:solidFill>
                  <a:srgbClr val="F5A22C"/>
                </a:solidFill>
              </a:rPr>
              <a:t> </a:t>
            </a:r>
            <a:r>
              <a:rPr lang="en-US" sz="7200" b="1">
                <a:solidFill>
                  <a:srgbClr val="F5A028"/>
                </a:solidFill>
              </a:rPr>
              <a:t>Reconstruction </a:t>
            </a:r>
            <a:br>
              <a:rPr lang="en-US" sz="7200" b="1">
                <a:solidFill>
                  <a:schemeClr val="bg2">
                    <a:lumMod val="25000"/>
                  </a:schemeClr>
                </a:solidFill>
              </a:rPr>
            </a:br>
            <a:r>
              <a:rPr lang="en-US" sz="7200" b="1">
                <a:solidFill>
                  <a:schemeClr val="bg2">
                    <a:lumMod val="25000"/>
                  </a:schemeClr>
                </a:solidFill>
              </a:rPr>
              <a:t>🕵️‍♂️</a:t>
            </a:r>
          </a:p>
        </p:txBody>
      </p:sp>
    </p:spTree>
    <p:extLst>
      <p:ext uri="{BB962C8B-B14F-4D97-AF65-F5344CB8AC3E}">
        <p14:creationId xmlns:p14="http://schemas.microsoft.com/office/powerpoint/2010/main" val="19230381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798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86461-9EC9-E582-6AA5-1DC9D2404B75}"/>
              </a:ext>
            </a:extLst>
          </p:cNvPr>
          <p:cNvSpPr>
            <a:spLocks noGrp="1"/>
          </p:cNvSpPr>
          <p:nvPr>
            <p:ph type="title"/>
          </p:nvPr>
        </p:nvSpPr>
        <p:spPr/>
        <p:txBody>
          <a:bodyPr/>
          <a:lstStyle/>
          <a:p>
            <a:r>
              <a:rPr lang="en-US" b="1">
                <a:solidFill>
                  <a:srgbClr val="F5A028"/>
                </a:solidFill>
              </a:rPr>
              <a:t>Timeline Reconstruction</a:t>
            </a:r>
          </a:p>
        </p:txBody>
      </p:sp>
      <p:graphicFrame>
        <p:nvGraphicFramePr>
          <p:cNvPr id="14" name="Content Placeholder 2">
            <a:extLst>
              <a:ext uri="{FF2B5EF4-FFF2-40B4-BE49-F238E27FC236}">
                <a16:creationId xmlns:a16="http://schemas.microsoft.com/office/drawing/2014/main" id="{0F902944-845C-5BC8-B3E7-925D1CE1F49C}"/>
              </a:ext>
            </a:extLst>
          </p:cNvPr>
          <p:cNvGraphicFramePr>
            <a:graphicFrameLocks noGrp="1"/>
          </p:cNvGraphicFramePr>
          <p:nvPr>
            <p:ph idx="1"/>
            <p:extLst>
              <p:ext uri="{D42A27DB-BD31-4B8C-83A1-F6EECF244321}">
                <p14:modId xmlns:p14="http://schemas.microsoft.com/office/powerpoint/2010/main" val="350206455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a:extLst>
              <a:ext uri="{FF2B5EF4-FFF2-40B4-BE49-F238E27FC236}">
                <a16:creationId xmlns:a16="http://schemas.microsoft.com/office/drawing/2014/main" id="{5C5FC806-8756-6625-16FB-D323765DA616}"/>
              </a:ext>
            </a:extLst>
          </p:cNvPr>
          <p:cNvSpPr>
            <a:spLocks noGrp="1"/>
          </p:cNvSpPr>
          <p:nvPr>
            <p:ph type="ftr" sz="quarter" idx="11"/>
          </p:nvPr>
        </p:nvSpPr>
        <p:spPr/>
        <p:txBody>
          <a:bodyPr/>
          <a:lstStyle/>
          <a:p>
            <a:r>
              <a:rPr lang="en-US"/>
              <a:t>Slide</a:t>
            </a:r>
          </a:p>
        </p:txBody>
      </p:sp>
      <p:sp>
        <p:nvSpPr>
          <p:cNvPr id="5" name="Slide Number Placeholder 4">
            <a:extLst>
              <a:ext uri="{FF2B5EF4-FFF2-40B4-BE49-F238E27FC236}">
                <a16:creationId xmlns:a16="http://schemas.microsoft.com/office/drawing/2014/main" id="{48EF3FEB-D89B-A164-CE59-5E5DD9638231}"/>
              </a:ext>
            </a:extLst>
          </p:cNvPr>
          <p:cNvSpPr>
            <a:spLocks noGrp="1"/>
          </p:cNvSpPr>
          <p:nvPr>
            <p:ph type="sldNum" sz="quarter" idx="12"/>
          </p:nvPr>
        </p:nvSpPr>
        <p:spPr/>
        <p:txBody>
          <a:bodyPr/>
          <a:lstStyle/>
          <a:p>
            <a:fld id="{06FEDF93-2BFD-41CA-ABC7-B039102F3792}" type="slidenum">
              <a:rPr lang="en-US" smtClean="0"/>
              <a:t>11</a:t>
            </a:fld>
            <a:endParaRPr lang="en-US"/>
          </a:p>
        </p:txBody>
      </p:sp>
    </p:spTree>
    <p:extLst>
      <p:ext uri="{BB962C8B-B14F-4D97-AF65-F5344CB8AC3E}">
        <p14:creationId xmlns:p14="http://schemas.microsoft.com/office/powerpoint/2010/main" val="1185792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7984"/>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descr="Gavel">
            <a:extLst>
              <a:ext uri="{FF2B5EF4-FFF2-40B4-BE49-F238E27FC236}">
                <a16:creationId xmlns:a16="http://schemas.microsoft.com/office/drawing/2014/main" id="{6CA0BDD4-C3BD-D8B4-A461-5BCEBAA48B2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1675" y="690054"/>
            <a:ext cx="5474323" cy="5474323"/>
          </a:xfrm>
          <a:prstGeom prst="rect">
            <a:avLst/>
          </a:prstGeom>
        </p:spPr>
      </p:pic>
      <p:sp>
        <p:nvSpPr>
          <p:cNvPr id="21" name="Right Triangle 20">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086A5A31-B10A-4793-84D4-D785959AE5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5201" y="623275"/>
            <a:ext cx="5141626"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C69A09-FA4E-F410-0CAC-2C8B6772D6DF}"/>
              </a:ext>
            </a:extLst>
          </p:cNvPr>
          <p:cNvSpPr>
            <a:spLocks noGrp="1"/>
          </p:cNvSpPr>
          <p:nvPr>
            <p:ph type="title"/>
          </p:nvPr>
        </p:nvSpPr>
        <p:spPr>
          <a:xfrm>
            <a:off x="6889833" y="1188637"/>
            <a:ext cx="4218138" cy="1597228"/>
          </a:xfrm>
        </p:spPr>
        <p:txBody>
          <a:bodyPr>
            <a:normAutofit/>
          </a:bodyPr>
          <a:lstStyle/>
          <a:p>
            <a:r>
              <a:rPr lang="en-US" sz="3400" b="1">
                <a:solidFill>
                  <a:srgbClr val="F5A22C"/>
                </a:solidFill>
              </a:rPr>
              <a:t>Recommendations for further Investigation</a:t>
            </a:r>
          </a:p>
        </p:txBody>
      </p:sp>
      <p:sp>
        <p:nvSpPr>
          <p:cNvPr id="4" name="Footer Placeholder 3">
            <a:extLst>
              <a:ext uri="{FF2B5EF4-FFF2-40B4-BE49-F238E27FC236}">
                <a16:creationId xmlns:a16="http://schemas.microsoft.com/office/drawing/2014/main" id="{2B3536F8-FF0D-D6C9-78FC-FBE9B15AB0E4}"/>
              </a:ext>
            </a:extLst>
          </p:cNvPr>
          <p:cNvSpPr>
            <a:spLocks noGrp="1"/>
          </p:cNvSpPr>
          <p:nvPr>
            <p:ph type="ftr" sz="quarter" idx="11"/>
          </p:nvPr>
        </p:nvSpPr>
        <p:spPr>
          <a:xfrm rot="5400000">
            <a:off x="-2374833" y="3246436"/>
            <a:ext cx="5607882" cy="365125"/>
          </a:xfrm>
        </p:spPr>
        <p:txBody>
          <a:bodyPr anchor="t">
            <a:normAutofit/>
          </a:bodyPr>
          <a:lstStyle/>
          <a:p>
            <a:pPr algn="l">
              <a:spcAft>
                <a:spcPts val="600"/>
              </a:spcAft>
            </a:pPr>
            <a:r>
              <a:rPr lang="en-US" sz="1150">
                <a:solidFill>
                  <a:schemeClr val="tx1">
                    <a:lumMod val="85000"/>
                    <a:lumOff val="15000"/>
                  </a:schemeClr>
                </a:solidFill>
              </a:rPr>
              <a:t>Slide</a:t>
            </a:r>
          </a:p>
        </p:txBody>
      </p:sp>
      <p:sp>
        <p:nvSpPr>
          <p:cNvPr id="3" name="Content Placeholder 2">
            <a:extLst>
              <a:ext uri="{FF2B5EF4-FFF2-40B4-BE49-F238E27FC236}">
                <a16:creationId xmlns:a16="http://schemas.microsoft.com/office/drawing/2014/main" id="{34B046EB-6B17-93A6-E70D-702E118A2FA5}"/>
              </a:ext>
            </a:extLst>
          </p:cNvPr>
          <p:cNvSpPr>
            <a:spLocks noGrp="1"/>
          </p:cNvSpPr>
          <p:nvPr>
            <p:ph idx="1"/>
          </p:nvPr>
        </p:nvSpPr>
        <p:spPr>
          <a:xfrm>
            <a:off x="6889832" y="2998278"/>
            <a:ext cx="4114773" cy="1893762"/>
          </a:xfrm>
        </p:spPr>
        <p:txBody>
          <a:bodyPr anchor="t">
            <a:normAutofit/>
          </a:bodyPr>
          <a:lstStyle/>
          <a:p>
            <a:r>
              <a:rPr lang="en-US" sz="1700">
                <a:solidFill>
                  <a:schemeClr val="bg1"/>
                </a:solidFill>
              </a:rPr>
              <a:t>Issue Legal Requests for Email Account Logs</a:t>
            </a:r>
          </a:p>
          <a:p>
            <a:r>
              <a:rPr lang="en-US" sz="1700">
                <a:solidFill>
                  <a:schemeClr val="bg1"/>
                </a:solidFill>
              </a:rPr>
              <a:t>Coordinate with International Law Enforcement</a:t>
            </a:r>
          </a:p>
          <a:p>
            <a:r>
              <a:rPr lang="en-US" sz="1700">
                <a:solidFill>
                  <a:schemeClr val="bg1"/>
                </a:solidFill>
              </a:rPr>
              <a:t>Forensic Audit of Company Finances</a:t>
            </a:r>
          </a:p>
          <a:p>
            <a:r>
              <a:rPr lang="en-US" sz="1700">
                <a:solidFill>
                  <a:schemeClr val="bg1"/>
                </a:solidFill>
              </a:rPr>
              <a:t>Investigate Shell Companies</a:t>
            </a:r>
          </a:p>
          <a:p>
            <a:endParaRPr lang="en-US" sz="1700"/>
          </a:p>
        </p:txBody>
      </p:sp>
      <p:sp>
        <p:nvSpPr>
          <p:cNvPr id="5" name="Slide Number Placeholder 4">
            <a:extLst>
              <a:ext uri="{FF2B5EF4-FFF2-40B4-BE49-F238E27FC236}">
                <a16:creationId xmlns:a16="http://schemas.microsoft.com/office/drawing/2014/main" id="{734E5BCF-B429-F674-A824-3F18F409A00E}"/>
              </a:ext>
            </a:extLst>
          </p:cNvPr>
          <p:cNvSpPr>
            <a:spLocks noGrp="1"/>
          </p:cNvSpPr>
          <p:nvPr>
            <p:ph type="sldNum" sz="quarter" idx="12"/>
          </p:nvPr>
        </p:nvSpPr>
        <p:spPr>
          <a:xfrm>
            <a:off x="9683496" y="4892040"/>
            <a:ext cx="1673352" cy="1005840"/>
          </a:xfrm>
        </p:spPr>
        <p:txBody>
          <a:bodyPr>
            <a:normAutofit/>
          </a:bodyPr>
          <a:lstStyle/>
          <a:p>
            <a:pPr>
              <a:lnSpc>
                <a:spcPct val="90000"/>
              </a:lnSpc>
              <a:spcAft>
                <a:spcPts val="600"/>
              </a:spcAft>
            </a:pPr>
            <a:fld id="{06FEDF93-2BFD-41CA-ABC7-B039102F3792}" type="slidenum">
              <a:rPr lang="en-US" sz="6600">
                <a:solidFill>
                  <a:srgbClr val="FFFFFF"/>
                </a:solidFill>
              </a:rPr>
              <a:pPr>
                <a:lnSpc>
                  <a:spcPct val="90000"/>
                </a:lnSpc>
                <a:spcAft>
                  <a:spcPts val="600"/>
                </a:spcAft>
              </a:pPr>
              <a:t>12</a:t>
            </a:fld>
            <a:endParaRPr lang="en-US" sz="6600">
              <a:solidFill>
                <a:srgbClr val="FFFFFF"/>
              </a:solidFill>
            </a:endParaRPr>
          </a:p>
        </p:txBody>
      </p:sp>
    </p:spTree>
    <p:extLst>
      <p:ext uri="{BB962C8B-B14F-4D97-AF65-F5344CB8AC3E}">
        <p14:creationId xmlns:p14="http://schemas.microsoft.com/office/powerpoint/2010/main" val="3491019219"/>
      </p:ext>
    </p:extLst>
  </p:cSld>
  <p:clrMapOvr>
    <a:masterClrMapping/>
  </p:clrMapOvr>
</p:sld>
</file>

<file path=ppt/theme/theme1.xml><?xml version="1.0" encoding="utf-8"?>
<a:theme xmlns:a="http://schemas.openxmlformats.org/drawingml/2006/main" name="Office Theme">
  <a:themeElements>
    <a:clrScheme name="Custom 73">
      <a:dk1>
        <a:srgbClr val="000000"/>
      </a:dk1>
      <a:lt1>
        <a:sysClr val="window" lastClr="FFFFFF"/>
      </a:lt1>
      <a:dk2>
        <a:srgbClr val="585858"/>
      </a:dk2>
      <a:lt2>
        <a:srgbClr val="E3E3E3"/>
      </a:lt2>
      <a:accent1>
        <a:srgbClr val="E20613"/>
      </a:accent1>
      <a:accent2>
        <a:srgbClr val="A9C038"/>
      </a:accent2>
      <a:accent3>
        <a:srgbClr val="11AEC7"/>
      </a:accent3>
      <a:accent4>
        <a:srgbClr val="F59F26"/>
      </a:accent4>
      <a:accent5>
        <a:srgbClr val="0062A9"/>
      </a:accent5>
      <a:accent6>
        <a:srgbClr val="EB6047"/>
      </a:accent6>
      <a:hlink>
        <a:srgbClr val="8ED9F6"/>
      </a:hlink>
      <a:folHlink>
        <a:srgbClr val="C00000"/>
      </a:folHlink>
    </a:clrScheme>
    <a:fontScheme name="Modern 01">
      <a:majorFont>
        <a:latin typeface="Century Gothic"/>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455520_Project analysis, from 24Slides_SL_V1.potx" id="{55E7247F-78B2-40DB-9AFE-D4DD42FA8F09}" vid="{22E2FD65-A32D-4798-AF43-CE42F250BDD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e9d7d7c6-aa18-43f1-b187-8ab850aebad4"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FBA63AC8484224FABF3F69D68C8F593" ma:contentTypeVersion="14" ma:contentTypeDescription="Create a new document." ma:contentTypeScope="" ma:versionID="433f6ebc4f67d6b88d9a5eb8d7152b24">
  <xsd:schema xmlns:xsd="http://www.w3.org/2001/XMLSchema" xmlns:xs="http://www.w3.org/2001/XMLSchema" xmlns:p="http://schemas.microsoft.com/office/2006/metadata/properties" xmlns:ns3="e9d7d7c6-aa18-43f1-b187-8ab850aebad4" xmlns:ns4="79ca638f-1db7-4639-8e94-12f8c1c2d95b" targetNamespace="http://schemas.microsoft.com/office/2006/metadata/properties" ma:root="true" ma:fieldsID="8b9c4fa870e60f022cccceb59da3da8d" ns3:_="" ns4:_="">
    <xsd:import namespace="e9d7d7c6-aa18-43f1-b187-8ab850aebad4"/>
    <xsd:import namespace="79ca638f-1db7-4639-8e94-12f8c1c2d95b"/>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Location" minOccurs="0"/>
                <xsd:element ref="ns3:MediaServiceGenerationTime" minOccurs="0"/>
                <xsd:element ref="ns3:MediaServiceEventHashCode" minOccurs="0"/>
                <xsd:element ref="ns3:MediaLengthInSeconds" minOccurs="0"/>
                <xsd:element ref="ns3:MediaServiceSearchProperties" minOccurs="0"/>
                <xsd:element ref="ns3:MediaServiceObjectDetectorVersions" minOccurs="0"/>
                <xsd:element ref="ns3:_activity"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9d7d7c6-aa18-43f1-b187-8ab850aebad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Location" ma:index="12" nillable="true" ma:displayName="Location" ma:indexed="true" ma:internalName="MediaServiceLocatio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_activity" ma:index="18"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9ca638f-1db7-4639-8e94-12f8c1c2d95b"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SharingHintHash" ma:index="2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F609EDA-869E-4BE5-AE5D-B898C584B6FF}">
  <ds:schemaRefs>
    <ds:schemaRef ds:uri="http://schemas.microsoft.com/office/2006/documentManagement/types"/>
    <ds:schemaRef ds:uri="79ca638f-1db7-4639-8e94-12f8c1c2d95b"/>
    <ds:schemaRef ds:uri="http://purl.org/dc/elements/1.1/"/>
    <ds:schemaRef ds:uri="http://schemas.openxmlformats.org/package/2006/metadata/core-properties"/>
    <ds:schemaRef ds:uri="http://purl.org/dc/dcmitype/"/>
    <ds:schemaRef ds:uri="e9d7d7c6-aa18-43f1-b187-8ab850aebad4"/>
    <ds:schemaRef ds:uri="http://schemas.microsoft.com/office/2006/metadata/properties"/>
    <ds:schemaRef ds:uri="http://schemas.microsoft.com/office/infopath/2007/PartnerControls"/>
    <ds:schemaRef ds:uri="http://www.w3.org/XML/1998/namespace"/>
    <ds:schemaRef ds:uri="http://purl.org/dc/terms/"/>
  </ds:schemaRefs>
</ds:datastoreItem>
</file>

<file path=customXml/itemProps2.xml><?xml version="1.0" encoding="utf-8"?>
<ds:datastoreItem xmlns:ds="http://schemas.openxmlformats.org/officeDocument/2006/customXml" ds:itemID="{D4488374-5CD8-4200-982B-9C303D422F9F}">
  <ds:schemaRefs>
    <ds:schemaRef ds:uri="79ca638f-1db7-4639-8e94-12f8c1c2d95b"/>
    <ds:schemaRef ds:uri="e9d7d7c6-aa18-43f1-b187-8ab850aebad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2FD05317-60D6-4B3A-8545-888496D1A8E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Project analysis, from 24Slides</Template>
  <TotalTime>0</TotalTime>
  <Words>672</Words>
  <Application>Microsoft Office PowerPoint</Application>
  <PresentationFormat>Widescreen</PresentationFormat>
  <Paragraphs>97</Paragraphs>
  <Slides>12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Century Gothic</vt:lpstr>
      <vt:lpstr>Segoe UI Light</vt:lpstr>
      <vt:lpstr>Segoe UI Semibold</vt:lpstr>
      <vt:lpstr>Office Theme</vt:lpstr>
      <vt:lpstr>Case B:The Artifact Smuggling Operation</vt:lpstr>
      <vt:lpstr>Objective</vt:lpstr>
      <vt:lpstr>Data Integrity Validation </vt:lpstr>
      <vt:lpstr>Kenway’s Involvement</vt:lpstr>
      <vt:lpstr>Kenway’s Involvement Findings</vt:lpstr>
      <vt:lpstr>Financial Footprints: Examining Kenway Exports LLC’s Alleged Ties to Cartels</vt:lpstr>
      <vt:lpstr>Financial Transactions/Records</vt:lpstr>
      <vt:lpstr>The significance of the deleted files</vt:lpstr>
      <vt:lpstr>Recovered Deleted Files</vt:lpstr>
      <vt:lpstr>Timeline Reconstruction  🕵️‍♂️</vt:lpstr>
      <vt:lpstr>Timeline Reconstruction</vt:lpstr>
      <vt:lpstr>Recommendations for further Investigation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Morgan Brown [STUDENT]</dc:creator>
  <cp:lastModifiedBy>Morgan Brown [STUDENT]</cp:lastModifiedBy>
  <cp:revision>1</cp:revision>
  <dcterms:created xsi:type="dcterms:W3CDTF">2025-03-17T20:27:36Z</dcterms:created>
  <dcterms:modified xsi:type="dcterms:W3CDTF">2025-03-24T21:31:28Z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0x010100AFBA63AC8484224FABF3F69D68C8F593</vt:lpwstr>
  </property>
</Properties>
</file>